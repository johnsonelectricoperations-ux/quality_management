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6" r:id="rId1"/>
  </p:sldMasterIdLst>
  <p:notesMasterIdLst>
    <p:notesMasterId r:id="rId7"/>
  </p:notesMasterIdLst>
  <p:handoutMasterIdLst>
    <p:handoutMasterId r:id="rId8"/>
  </p:handoutMasterIdLst>
  <p:sldIdLst>
    <p:sldId id="8086" r:id="rId2"/>
    <p:sldId id="8110" r:id="rId3"/>
    <p:sldId id="8111" r:id="rId4"/>
    <p:sldId id="8107" r:id="rId5"/>
    <p:sldId id="8108" r:id="rId6"/>
  </p:sldIdLst>
  <p:sldSz cx="9144000" cy="5143500" type="screen16x9"/>
  <p:notesSz cx="6792913" cy="99250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64">
          <p15:clr>
            <a:srgbClr val="A4A3A4"/>
          </p15:clr>
        </p15:guide>
        <p15:guide id="2" pos="32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6" userDrawn="1">
          <p15:clr>
            <a:srgbClr val="A4A3A4"/>
          </p15:clr>
        </p15:guide>
        <p15:guide id="3" orient="horz" pos="3126" userDrawn="1">
          <p15:clr>
            <a:srgbClr val="A4A3A4"/>
          </p15:clr>
        </p15:guide>
        <p15:guide id="4" pos="214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  <a:srgbClr val="164194"/>
    <a:srgbClr val="9966FF"/>
    <a:srgbClr val="EAEAEA"/>
    <a:srgbClr val="FF9933"/>
    <a:srgbClr val="FF6600"/>
    <a:srgbClr val="00FF00"/>
    <a:srgbClr val="3333FF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3FCF99-3E93-4E33-AF8F-4968426EDD85}" v="21" dt="2026-07-13T03:55:22.2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706" autoAdjust="0"/>
  </p:normalViewPr>
  <p:slideViewPr>
    <p:cSldViewPr>
      <p:cViewPr varScale="1">
        <p:scale>
          <a:sx n="138" d="100"/>
          <a:sy n="138" d="100"/>
        </p:scale>
        <p:origin x="816" y="114"/>
      </p:cViewPr>
      <p:guideLst>
        <p:guide orient="horz" pos="464"/>
        <p:guide pos="3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3648" y="102"/>
      </p:cViewPr>
      <p:guideLst>
        <p:guide orient="horz" pos="3131"/>
        <p:guide pos="2146"/>
        <p:guide orient="horz" pos="3126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nghyun Sung" userId="ac2223b5-9af4-46ba-83c5-9fd81e81dea6" providerId="ADAL" clId="{3450202C-B6FF-4CC9-9669-29A0D17854A5}"/>
    <pc:docChg chg="undo custSel addSld delSld modSld sldOrd">
      <pc:chgData name="Yonghyun Sung" userId="ac2223b5-9af4-46ba-83c5-9fd81e81dea6" providerId="ADAL" clId="{3450202C-B6FF-4CC9-9669-29A0D17854A5}" dt="2026-07-13T03:55:55.593" v="4372" actId="20577"/>
      <pc:docMkLst>
        <pc:docMk/>
      </pc:docMkLst>
      <pc:sldChg chg="addSp delSp modSp mod">
        <pc:chgData name="Yonghyun Sung" userId="ac2223b5-9af4-46ba-83c5-9fd81e81dea6" providerId="ADAL" clId="{3450202C-B6FF-4CC9-9669-29A0D17854A5}" dt="2026-07-13T03:55:55.593" v="4372" actId="20577"/>
        <pc:sldMkLst>
          <pc:docMk/>
          <pc:sldMk cId="498700151" sldId="8086"/>
        </pc:sldMkLst>
        <pc:spChg chg="add del mod">
          <ac:chgData name="Yonghyun Sung" userId="ac2223b5-9af4-46ba-83c5-9fd81e81dea6" providerId="ADAL" clId="{3450202C-B6FF-4CC9-9669-29A0D17854A5}" dt="2026-07-13T03:55:43.054" v="4319" actId="478"/>
          <ac:spMkLst>
            <pc:docMk/>
            <pc:sldMk cId="498700151" sldId="8086"/>
            <ac:spMk id="2" creationId="{15FE2EA7-9D55-E2DA-9C1D-1C5CF1AF78A5}"/>
          </ac:spMkLst>
        </pc:spChg>
        <pc:spChg chg="add del mod">
          <ac:chgData name="Yonghyun Sung" userId="ac2223b5-9af4-46ba-83c5-9fd81e81dea6" providerId="ADAL" clId="{3450202C-B6FF-4CC9-9669-29A0D17854A5}" dt="2026-07-13T02:39:57.219" v="4129" actId="478"/>
          <ac:spMkLst>
            <pc:docMk/>
            <pc:sldMk cId="498700151" sldId="8086"/>
            <ac:spMk id="2" creationId="{81E02183-2F0B-FB31-2A1D-015583412A9B}"/>
          </ac:spMkLst>
        </pc:spChg>
        <pc:spChg chg="mod">
          <ac:chgData name="Yonghyun Sung" userId="ac2223b5-9af4-46ba-83c5-9fd81e81dea6" providerId="ADAL" clId="{3450202C-B6FF-4CC9-9669-29A0D17854A5}" dt="2026-07-13T03:55:32.707" v="4316" actId="552"/>
          <ac:spMkLst>
            <pc:docMk/>
            <pc:sldMk cId="498700151" sldId="8086"/>
            <ac:spMk id="12" creationId="{2E35E566-B5AB-A370-F737-60F2E0953C48}"/>
          </ac:spMkLst>
        </pc:spChg>
        <pc:spChg chg="mod">
          <ac:chgData name="Yonghyun Sung" userId="ac2223b5-9af4-46ba-83c5-9fd81e81dea6" providerId="ADAL" clId="{3450202C-B6FF-4CC9-9669-29A0D17854A5}" dt="2026-07-13T03:55:32.707" v="4316" actId="552"/>
          <ac:spMkLst>
            <pc:docMk/>
            <pc:sldMk cId="498700151" sldId="8086"/>
            <ac:spMk id="27" creationId="{1C251515-2E41-5970-C942-DC5875496681}"/>
          </ac:spMkLst>
        </pc:spChg>
        <pc:spChg chg="del mod">
          <ac:chgData name="Yonghyun Sung" userId="ac2223b5-9af4-46ba-83c5-9fd81e81dea6" providerId="ADAL" clId="{3450202C-B6FF-4CC9-9669-29A0D17854A5}" dt="2026-07-13T03:55:06.234" v="4311" actId="478"/>
          <ac:spMkLst>
            <pc:docMk/>
            <pc:sldMk cId="498700151" sldId="8086"/>
            <ac:spMk id="30" creationId="{C27C02C8-E32A-7DA8-9979-E0987A65E9B8}"/>
          </ac:spMkLst>
        </pc:spChg>
        <pc:graphicFrameChg chg="mod modGraphic">
          <ac:chgData name="Yonghyun Sung" userId="ac2223b5-9af4-46ba-83c5-9fd81e81dea6" providerId="ADAL" clId="{3450202C-B6FF-4CC9-9669-29A0D17854A5}" dt="2026-07-13T03:55:55.593" v="4372" actId="20577"/>
          <ac:graphicFrameMkLst>
            <pc:docMk/>
            <pc:sldMk cId="498700151" sldId="8086"/>
            <ac:graphicFrameMk id="4" creationId="{00000000-0000-0000-0000-000000000000}"/>
          </ac:graphicFrameMkLst>
        </pc:graphicFrameChg>
        <pc:graphicFrameChg chg="modGraphic">
          <ac:chgData name="Yonghyun Sung" userId="ac2223b5-9af4-46ba-83c5-9fd81e81dea6" providerId="ADAL" clId="{3450202C-B6FF-4CC9-9669-29A0D17854A5}" dt="2026-07-08T04:50:41.039" v="172" actId="20577"/>
          <ac:graphicFrameMkLst>
            <pc:docMk/>
            <pc:sldMk cId="498700151" sldId="8086"/>
            <ac:graphicFrameMk id="14" creationId="{CA179D59-99A8-290D-0CB1-32843F4A6512}"/>
          </ac:graphicFrameMkLst>
        </pc:graphicFrameChg>
        <pc:graphicFrameChg chg="mod">
          <ac:chgData name="Yonghyun Sung" userId="ac2223b5-9af4-46ba-83c5-9fd81e81dea6" providerId="ADAL" clId="{3450202C-B6FF-4CC9-9669-29A0D17854A5}" dt="2026-07-08T06:06:25.687" v="1280" actId="552"/>
          <ac:graphicFrameMkLst>
            <pc:docMk/>
            <pc:sldMk cId="498700151" sldId="8086"/>
            <ac:graphicFrameMk id="21" creationId="{97D2A004-3604-BD0D-A26C-E1C32B911695}"/>
          </ac:graphicFrameMkLst>
        </pc:graphicFrameChg>
        <pc:graphicFrameChg chg="mod">
          <ac:chgData name="Yonghyun Sung" userId="ac2223b5-9af4-46ba-83c5-9fd81e81dea6" providerId="ADAL" clId="{3450202C-B6FF-4CC9-9669-29A0D17854A5}" dt="2026-07-13T02:39:47.452" v="4127" actId="1076"/>
          <ac:graphicFrameMkLst>
            <pc:docMk/>
            <pc:sldMk cId="498700151" sldId="8086"/>
            <ac:graphicFrameMk id="22" creationId="{BFC172C1-7C01-0D7A-BC07-5C8E0D35CCF9}"/>
          </ac:graphicFrameMkLst>
        </pc:graphicFrameChg>
        <pc:graphicFrameChg chg="mod modGraphic">
          <ac:chgData name="Yonghyun Sung" userId="ac2223b5-9af4-46ba-83c5-9fd81e81dea6" providerId="ADAL" clId="{3450202C-B6FF-4CC9-9669-29A0D17854A5}" dt="2026-07-08T04:53:23.909" v="237" actId="6549"/>
          <ac:graphicFrameMkLst>
            <pc:docMk/>
            <pc:sldMk cId="498700151" sldId="8086"/>
            <ac:graphicFrameMk id="23" creationId="{0343F972-441C-577E-0B5E-413A536F80E9}"/>
          </ac:graphicFrameMkLst>
        </pc:graphicFrameChg>
        <pc:graphicFrameChg chg="modGraphic">
          <ac:chgData name="Yonghyun Sung" userId="ac2223b5-9af4-46ba-83c5-9fd81e81dea6" providerId="ADAL" clId="{3450202C-B6FF-4CC9-9669-29A0D17854A5}" dt="2026-07-08T04:54:04.364" v="247" actId="20577"/>
          <ac:graphicFrameMkLst>
            <pc:docMk/>
            <pc:sldMk cId="498700151" sldId="8086"/>
            <ac:graphicFrameMk id="25" creationId="{E4C22E1D-5386-63DA-E451-C341ED113930}"/>
          </ac:graphicFrameMkLst>
        </pc:graphicFrameChg>
        <pc:graphicFrameChg chg="mod">
          <ac:chgData name="Yonghyun Sung" userId="ac2223b5-9af4-46ba-83c5-9fd81e81dea6" providerId="ADAL" clId="{3450202C-B6FF-4CC9-9669-29A0D17854A5}" dt="2026-07-08T06:06:25.687" v="1280" actId="552"/>
          <ac:graphicFrameMkLst>
            <pc:docMk/>
            <pc:sldMk cId="498700151" sldId="8086"/>
            <ac:graphicFrameMk id="48" creationId="{00000000-0000-0000-0000-000000000000}"/>
          </ac:graphicFrameMkLst>
        </pc:graphicFrameChg>
        <pc:graphicFrameChg chg="modGraphic">
          <ac:chgData name="Yonghyun Sung" userId="ac2223b5-9af4-46ba-83c5-9fd81e81dea6" providerId="ADAL" clId="{3450202C-B6FF-4CC9-9669-29A0D17854A5}" dt="2026-07-08T04:49:33.320" v="79" actId="122"/>
          <ac:graphicFrameMkLst>
            <pc:docMk/>
            <pc:sldMk cId="498700151" sldId="8086"/>
            <ac:graphicFrameMk id="51" creationId="{00000000-0000-0000-0000-000000000000}"/>
          </ac:graphicFrameMkLst>
        </pc:graphicFrameChg>
        <pc:graphicFrameChg chg="modGraphic">
          <ac:chgData name="Yonghyun Sung" userId="ac2223b5-9af4-46ba-83c5-9fd81e81dea6" providerId="ADAL" clId="{3450202C-B6FF-4CC9-9669-29A0D17854A5}" dt="2026-07-08T06:10:41.049" v="1372" actId="20577"/>
          <ac:graphicFrameMkLst>
            <pc:docMk/>
            <pc:sldMk cId="498700151" sldId="8086"/>
            <ac:graphicFrameMk id="60" creationId="{00000000-0000-0000-0000-000000000000}"/>
          </ac:graphicFrameMkLst>
        </pc:graphicFrameChg>
        <pc:picChg chg="add mod modCrop">
          <ac:chgData name="Yonghyun Sung" userId="ac2223b5-9af4-46ba-83c5-9fd81e81dea6" providerId="ADAL" clId="{3450202C-B6FF-4CC9-9669-29A0D17854A5}" dt="2026-07-08T04:49:10.638" v="74" actId="1076"/>
          <ac:picMkLst>
            <pc:docMk/>
            <pc:sldMk cId="498700151" sldId="8086"/>
            <ac:picMk id="5" creationId="{62A8676C-7C2D-19AD-F67A-22BBD9D157A1}"/>
          </ac:picMkLst>
        </pc:picChg>
        <pc:picChg chg="add mod">
          <ac:chgData name="Yonghyun Sung" userId="ac2223b5-9af4-46ba-83c5-9fd81e81dea6" providerId="ADAL" clId="{3450202C-B6FF-4CC9-9669-29A0D17854A5}" dt="2026-07-08T04:49:57.265" v="92" actId="14100"/>
          <ac:picMkLst>
            <pc:docMk/>
            <pc:sldMk cId="498700151" sldId="8086"/>
            <ac:picMk id="6" creationId="{228D78E6-3332-E225-7A15-80C8A0E1DCDB}"/>
          </ac:picMkLst>
        </pc:picChg>
        <pc:cxnChg chg="mod">
          <ac:chgData name="Yonghyun Sung" userId="ac2223b5-9af4-46ba-83c5-9fd81e81dea6" providerId="ADAL" clId="{3450202C-B6FF-4CC9-9669-29A0D17854A5}" dt="2026-07-13T02:39:47.452" v="4127" actId="1076"/>
          <ac:cxnSpMkLst>
            <pc:docMk/>
            <pc:sldMk cId="498700151" sldId="8086"/>
            <ac:cxnSpMk id="3" creationId="{351C9597-AEE0-AF4C-6BC8-63F3FD2EA407}"/>
          </ac:cxnSpMkLst>
        </pc:cxnChg>
        <pc:cxnChg chg="mod ord">
          <ac:chgData name="Yonghyun Sung" userId="ac2223b5-9af4-46ba-83c5-9fd81e81dea6" providerId="ADAL" clId="{3450202C-B6FF-4CC9-9669-29A0D17854A5}" dt="2026-07-08T04:49:22.625" v="77" actId="1076"/>
          <ac:cxnSpMkLst>
            <pc:docMk/>
            <pc:sldMk cId="498700151" sldId="8086"/>
            <ac:cxnSpMk id="24" creationId="{7B9D53AC-6E4E-2EAD-7C1C-E28155C7E098}"/>
          </ac:cxnSpMkLst>
        </pc:cxnChg>
        <pc:cxnChg chg="mod">
          <ac:chgData name="Yonghyun Sung" userId="ac2223b5-9af4-46ba-83c5-9fd81e81dea6" providerId="ADAL" clId="{3450202C-B6FF-4CC9-9669-29A0D17854A5}" dt="2026-07-08T06:06:18.019" v="1279" actId="1035"/>
          <ac:cxnSpMkLst>
            <pc:docMk/>
            <pc:sldMk cId="498700151" sldId="8086"/>
            <ac:cxnSpMk id="28" creationId="{9EF7A4C0-7D0E-F88A-9502-160DB14638A0}"/>
          </ac:cxnSpMkLst>
        </pc:cxnChg>
        <pc:cxnChg chg="mod ord">
          <ac:chgData name="Yonghyun Sung" userId="ac2223b5-9af4-46ba-83c5-9fd81e81dea6" providerId="ADAL" clId="{3450202C-B6FF-4CC9-9669-29A0D17854A5}" dt="2026-07-08T04:50:19.059" v="129" actId="1035"/>
          <ac:cxnSpMkLst>
            <pc:docMk/>
            <pc:sldMk cId="498700151" sldId="8086"/>
            <ac:cxnSpMk id="29" creationId="{171AC15A-9D5D-4D8F-9E1F-84B39D852CE8}"/>
          </ac:cxnSpMkLst>
        </pc:cxnChg>
      </pc:sldChg>
      <pc:sldChg chg="addSp delSp modSp mod ord">
        <pc:chgData name="Yonghyun Sung" userId="ac2223b5-9af4-46ba-83c5-9fd81e81dea6" providerId="ADAL" clId="{3450202C-B6FF-4CC9-9669-29A0D17854A5}" dt="2026-07-13T03:53:44.860" v="4168" actId="1076"/>
        <pc:sldMkLst>
          <pc:docMk/>
          <pc:sldMk cId="3451014936" sldId="8107"/>
        </pc:sldMkLst>
        <pc:spChg chg="add mod">
          <ac:chgData name="Yonghyun Sung" userId="ac2223b5-9af4-46ba-83c5-9fd81e81dea6" providerId="ADAL" clId="{3450202C-B6FF-4CC9-9669-29A0D17854A5}" dt="2026-07-09T07:06:07.646" v="3521" actId="1076"/>
          <ac:spMkLst>
            <pc:docMk/>
            <pc:sldMk cId="3451014936" sldId="8107"/>
            <ac:spMk id="3" creationId="{041172D1-4555-9D53-16E3-A88864927C1A}"/>
          </ac:spMkLst>
        </pc:spChg>
        <pc:spChg chg="add mod">
          <ac:chgData name="Yonghyun Sung" userId="ac2223b5-9af4-46ba-83c5-9fd81e81dea6" providerId="ADAL" clId="{3450202C-B6FF-4CC9-9669-29A0D17854A5}" dt="2026-07-09T07:06:12.131" v="3530" actId="20577"/>
          <ac:spMkLst>
            <pc:docMk/>
            <pc:sldMk cId="3451014936" sldId="8107"/>
            <ac:spMk id="4" creationId="{324CA63D-B15E-7BF5-73CE-072CC7AE7FB3}"/>
          </ac:spMkLst>
        </pc:spChg>
        <pc:spChg chg="mod">
          <ac:chgData name="Yonghyun Sung" userId="ac2223b5-9af4-46ba-83c5-9fd81e81dea6" providerId="ADAL" clId="{3450202C-B6FF-4CC9-9669-29A0D17854A5}" dt="2026-07-13T02:46:16.166" v="4148"/>
          <ac:spMkLst>
            <pc:docMk/>
            <pc:sldMk cId="3451014936" sldId="8107"/>
            <ac:spMk id="6" creationId="{CCB179C1-D2BD-FF9E-DB73-67C76E5DCF3B}"/>
          </ac:spMkLst>
        </pc:spChg>
        <pc:spChg chg="add mod">
          <ac:chgData name="Yonghyun Sung" userId="ac2223b5-9af4-46ba-83c5-9fd81e81dea6" providerId="ADAL" clId="{3450202C-B6FF-4CC9-9669-29A0D17854A5}" dt="2026-07-13T03:53:39.217" v="4166" actId="14100"/>
          <ac:spMkLst>
            <pc:docMk/>
            <pc:sldMk cId="3451014936" sldId="8107"/>
            <ac:spMk id="8" creationId="{A6BAD437-9151-99C6-2FA8-A9931B18C665}"/>
          </ac:spMkLst>
        </pc:spChg>
        <pc:spChg chg="mod">
          <ac:chgData name="Yonghyun Sung" userId="ac2223b5-9af4-46ba-83c5-9fd81e81dea6" providerId="ADAL" clId="{3450202C-B6FF-4CC9-9669-29A0D17854A5}" dt="2026-07-08T06:36:25.240" v="2617" actId="6549"/>
          <ac:spMkLst>
            <pc:docMk/>
            <pc:sldMk cId="3451014936" sldId="8107"/>
            <ac:spMk id="9" creationId="{C944869F-6584-70C5-4EC8-2C2EE74FB4AB}"/>
          </ac:spMkLst>
        </pc:spChg>
        <pc:spChg chg="add mod">
          <ac:chgData name="Yonghyun Sung" userId="ac2223b5-9af4-46ba-83c5-9fd81e81dea6" providerId="ADAL" clId="{3450202C-B6FF-4CC9-9669-29A0D17854A5}" dt="2026-07-13T03:53:44.860" v="4168" actId="1076"/>
          <ac:spMkLst>
            <pc:docMk/>
            <pc:sldMk cId="3451014936" sldId="8107"/>
            <ac:spMk id="10" creationId="{D49157D1-0525-C99F-D24F-D7311C0AD7E9}"/>
          </ac:spMkLst>
        </pc:spChg>
        <pc:spChg chg="mod">
          <ac:chgData name="Yonghyun Sung" userId="ac2223b5-9af4-46ba-83c5-9fd81e81dea6" providerId="ADAL" clId="{3450202C-B6FF-4CC9-9669-29A0D17854A5}" dt="2026-07-09T07:23:58.497" v="3659" actId="6549"/>
          <ac:spMkLst>
            <pc:docMk/>
            <pc:sldMk cId="3451014936" sldId="8107"/>
            <ac:spMk id="38" creationId="{9DB6E228-CB0E-2263-180D-EFD83EF95057}"/>
          </ac:spMkLst>
        </pc:spChg>
        <pc:spChg chg="add mod">
          <ac:chgData name="Yonghyun Sung" userId="ac2223b5-9af4-46ba-83c5-9fd81e81dea6" providerId="ADAL" clId="{3450202C-B6FF-4CC9-9669-29A0D17854A5}" dt="2026-07-09T07:07:26.741" v="3560" actId="1036"/>
          <ac:spMkLst>
            <pc:docMk/>
            <pc:sldMk cId="3451014936" sldId="8107"/>
            <ac:spMk id="114" creationId="{8E76ADA4-C6A7-80AC-0CC7-D1D4F3732FBE}"/>
          </ac:spMkLst>
        </pc:spChg>
        <pc:spChg chg="add mod">
          <ac:chgData name="Yonghyun Sung" userId="ac2223b5-9af4-46ba-83c5-9fd81e81dea6" providerId="ADAL" clId="{3450202C-B6FF-4CC9-9669-29A0D17854A5}" dt="2026-07-09T07:06:26.895" v="3533" actId="1076"/>
          <ac:spMkLst>
            <pc:docMk/>
            <pc:sldMk cId="3451014936" sldId="8107"/>
            <ac:spMk id="117" creationId="{BE9FBB9B-2833-2246-B970-899DD9C403FF}"/>
          </ac:spMkLst>
        </pc:spChg>
        <pc:spChg chg="add mod">
          <ac:chgData name="Yonghyun Sung" userId="ac2223b5-9af4-46ba-83c5-9fd81e81dea6" providerId="ADAL" clId="{3450202C-B6FF-4CC9-9669-29A0D17854A5}" dt="2026-07-09T07:06:26.895" v="3533" actId="1076"/>
          <ac:spMkLst>
            <pc:docMk/>
            <pc:sldMk cId="3451014936" sldId="8107"/>
            <ac:spMk id="118" creationId="{CB0CC7B2-0DBF-F066-7E1B-10AEF4B07E81}"/>
          </ac:spMkLst>
        </pc:spChg>
        <pc:picChg chg="add mod">
          <ac:chgData name="Yonghyun Sung" userId="ac2223b5-9af4-46ba-83c5-9fd81e81dea6" providerId="ADAL" clId="{3450202C-B6FF-4CC9-9669-29A0D17854A5}" dt="2026-07-13T02:33:09.650" v="3675" actId="14100"/>
          <ac:picMkLst>
            <pc:docMk/>
            <pc:sldMk cId="3451014936" sldId="8107"/>
            <ac:picMk id="7" creationId="{1F4AABCB-1E20-5D75-7D3E-7A25BD9773BB}"/>
          </ac:picMkLst>
        </pc:picChg>
        <pc:picChg chg="add del mod modCrop">
          <ac:chgData name="Yonghyun Sung" userId="ac2223b5-9af4-46ba-83c5-9fd81e81dea6" providerId="ADAL" clId="{3450202C-B6FF-4CC9-9669-29A0D17854A5}" dt="2026-07-13T03:53:18.368" v="4161" actId="478"/>
          <ac:picMkLst>
            <pc:docMk/>
            <pc:sldMk cId="3451014936" sldId="8107"/>
            <ac:picMk id="11" creationId="{03182A3D-EB22-C301-E59F-272476CE9E51}"/>
          </ac:picMkLst>
        </pc:picChg>
        <pc:picChg chg="add mod modCrop">
          <ac:chgData name="Yonghyun Sung" userId="ac2223b5-9af4-46ba-83c5-9fd81e81dea6" providerId="ADAL" clId="{3450202C-B6FF-4CC9-9669-29A0D17854A5}" dt="2026-07-09T07:21:42.462" v="3637" actId="1076"/>
          <ac:picMkLst>
            <pc:docMk/>
            <pc:sldMk cId="3451014936" sldId="8107"/>
            <ac:picMk id="13" creationId="{925E3D7E-2071-902F-3284-C7F66E894EAA}"/>
          </ac:picMkLst>
        </pc:picChg>
        <pc:picChg chg="add mod ord modCrop">
          <ac:chgData name="Yonghyun Sung" userId="ac2223b5-9af4-46ba-83c5-9fd81e81dea6" providerId="ADAL" clId="{3450202C-B6FF-4CC9-9669-29A0D17854A5}" dt="2026-07-13T03:53:31.508" v="4165" actId="732"/>
          <ac:picMkLst>
            <pc:docMk/>
            <pc:sldMk cId="3451014936" sldId="8107"/>
            <ac:picMk id="14" creationId="{8504F02F-B5A4-C7AC-5653-C231214F01F9}"/>
          </ac:picMkLst>
        </pc:picChg>
        <pc:picChg chg="add mod">
          <ac:chgData name="Yonghyun Sung" userId="ac2223b5-9af4-46ba-83c5-9fd81e81dea6" providerId="ADAL" clId="{3450202C-B6FF-4CC9-9669-29A0D17854A5}" dt="2026-07-09T07:06:26.895" v="3533" actId="1076"/>
          <ac:picMkLst>
            <pc:docMk/>
            <pc:sldMk cId="3451014936" sldId="8107"/>
            <ac:picMk id="116" creationId="{1CF4C1B4-0213-75E8-9125-746C257C4421}"/>
          </ac:picMkLst>
        </pc:picChg>
        <pc:picChg chg="add mod">
          <ac:chgData name="Yonghyun Sung" userId="ac2223b5-9af4-46ba-83c5-9fd81e81dea6" providerId="ADAL" clId="{3450202C-B6FF-4CC9-9669-29A0D17854A5}" dt="2026-07-09T07:06:26.895" v="3533" actId="1076"/>
          <ac:picMkLst>
            <pc:docMk/>
            <pc:sldMk cId="3451014936" sldId="8107"/>
            <ac:picMk id="120" creationId="{5D939EA7-CF58-004B-FC4F-B82100FB7490}"/>
          </ac:picMkLst>
        </pc:picChg>
        <pc:cxnChg chg="add mod">
          <ac:chgData name="Yonghyun Sung" userId="ac2223b5-9af4-46ba-83c5-9fd81e81dea6" providerId="ADAL" clId="{3450202C-B6FF-4CC9-9669-29A0D17854A5}" dt="2026-07-09T07:07:02.895" v="3539" actId="552"/>
          <ac:cxnSpMkLst>
            <pc:docMk/>
            <pc:sldMk cId="3451014936" sldId="8107"/>
            <ac:cxnSpMk id="2" creationId="{F1B319C6-6264-D17C-D762-2BFE2EA0EB79}"/>
          </ac:cxnSpMkLst>
        </pc:cxnChg>
        <pc:cxnChg chg="add mod">
          <ac:chgData name="Yonghyun Sung" userId="ac2223b5-9af4-46ba-83c5-9fd81e81dea6" providerId="ADAL" clId="{3450202C-B6FF-4CC9-9669-29A0D17854A5}" dt="2026-07-09T07:07:02.895" v="3539" actId="552"/>
          <ac:cxnSpMkLst>
            <pc:docMk/>
            <pc:sldMk cId="3451014936" sldId="8107"/>
            <ac:cxnSpMk id="5" creationId="{6E091D4F-0797-4B0B-5C47-8086CAD67C9C}"/>
          </ac:cxnSpMkLst>
        </pc:cxnChg>
        <pc:cxnChg chg="add mod">
          <ac:chgData name="Yonghyun Sung" userId="ac2223b5-9af4-46ba-83c5-9fd81e81dea6" providerId="ADAL" clId="{3450202C-B6FF-4CC9-9669-29A0D17854A5}" dt="2026-07-09T07:07:09.661" v="3550" actId="14100"/>
          <ac:cxnSpMkLst>
            <pc:docMk/>
            <pc:sldMk cId="3451014936" sldId="8107"/>
            <ac:cxnSpMk id="110" creationId="{47BB7D5B-6A01-73CA-1B62-ABA544882836}"/>
          </ac:cxnSpMkLst>
        </pc:cxnChg>
      </pc:sldChg>
      <pc:sldChg chg="addSp delSp modSp mod">
        <pc:chgData name="Yonghyun Sung" userId="ac2223b5-9af4-46ba-83c5-9fd81e81dea6" providerId="ADAL" clId="{3450202C-B6FF-4CC9-9669-29A0D17854A5}" dt="2026-07-13T02:46:19.740" v="4150"/>
        <pc:sldMkLst>
          <pc:docMk/>
          <pc:sldMk cId="1224110704" sldId="8108"/>
        </pc:sldMkLst>
        <pc:spChg chg="mod">
          <ac:chgData name="Yonghyun Sung" userId="ac2223b5-9af4-46ba-83c5-9fd81e81dea6" providerId="ADAL" clId="{3450202C-B6FF-4CC9-9669-29A0D17854A5}" dt="2026-07-13T02:46:19.740" v="4150"/>
          <ac:spMkLst>
            <pc:docMk/>
            <pc:sldMk cId="1224110704" sldId="8108"/>
            <ac:spMk id="6" creationId="{CCB179C1-D2BD-FF9E-DB73-67C76E5DCF3B}"/>
          </ac:spMkLst>
        </pc:spChg>
        <pc:spChg chg="mod">
          <ac:chgData name="Yonghyun Sung" userId="ac2223b5-9af4-46ba-83c5-9fd81e81dea6" providerId="ADAL" clId="{3450202C-B6FF-4CC9-9669-29A0D17854A5}" dt="2026-07-08T06:42:29.041" v="2795" actId="20577"/>
          <ac:spMkLst>
            <pc:docMk/>
            <pc:sldMk cId="1224110704" sldId="8108"/>
            <ac:spMk id="9" creationId="{C944869F-6584-70C5-4EC8-2C2EE74FB4AB}"/>
          </ac:spMkLst>
        </pc:spChg>
        <pc:spChg chg="mod">
          <ac:chgData name="Yonghyun Sung" userId="ac2223b5-9af4-46ba-83c5-9fd81e81dea6" providerId="ADAL" clId="{3450202C-B6FF-4CC9-9669-29A0D17854A5}" dt="2026-07-08T06:43:12.469" v="2914" actId="1076"/>
          <ac:spMkLst>
            <pc:docMk/>
            <pc:sldMk cId="1224110704" sldId="8108"/>
            <ac:spMk id="126" creationId="{C7509111-4174-75EF-4385-1D2BB0705092}"/>
          </ac:spMkLst>
        </pc:spChg>
        <pc:spChg chg="mod">
          <ac:chgData name="Yonghyun Sung" userId="ac2223b5-9af4-46ba-83c5-9fd81e81dea6" providerId="ADAL" clId="{3450202C-B6FF-4CC9-9669-29A0D17854A5}" dt="2026-07-08T06:43:12.469" v="2914" actId="1076"/>
          <ac:spMkLst>
            <pc:docMk/>
            <pc:sldMk cId="1224110704" sldId="8108"/>
            <ac:spMk id="127" creationId="{0DDDD7BA-BB20-C75D-F9D9-4293B5EE6076}"/>
          </ac:spMkLst>
        </pc:spChg>
        <pc:spChg chg="mod">
          <ac:chgData name="Yonghyun Sung" userId="ac2223b5-9af4-46ba-83c5-9fd81e81dea6" providerId="ADAL" clId="{3450202C-B6FF-4CC9-9669-29A0D17854A5}" dt="2026-07-09T07:08:17.518" v="3613" actId="113"/>
          <ac:spMkLst>
            <pc:docMk/>
            <pc:sldMk cId="1224110704" sldId="8108"/>
            <ac:spMk id="129" creationId="{C172F91E-514E-8F94-68D3-B54634E23BC5}"/>
          </ac:spMkLst>
        </pc:spChg>
        <pc:spChg chg="mod">
          <ac:chgData name="Yonghyun Sung" userId="ac2223b5-9af4-46ba-83c5-9fd81e81dea6" providerId="ADAL" clId="{3450202C-B6FF-4CC9-9669-29A0D17854A5}" dt="2026-07-09T07:08:17.518" v="3613" actId="113"/>
          <ac:spMkLst>
            <pc:docMk/>
            <pc:sldMk cId="1224110704" sldId="8108"/>
            <ac:spMk id="130" creationId="{EB4AC889-E8CE-D908-8F98-3EB2D64338A7}"/>
          </ac:spMkLst>
        </pc:spChg>
        <pc:picChg chg="add mod">
          <ac:chgData name="Yonghyun Sung" userId="ac2223b5-9af4-46ba-83c5-9fd81e81dea6" providerId="ADAL" clId="{3450202C-B6FF-4CC9-9669-29A0D17854A5}" dt="2026-07-09T07:04:23.703" v="3319" actId="552"/>
          <ac:picMkLst>
            <pc:docMk/>
            <pc:sldMk cId="1224110704" sldId="8108"/>
            <ac:picMk id="2" creationId="{B5F45FCD-48BE-B502-3BB7-AB86BB3705A0}"/>
          </ac:picMkLst>
        </pc:picChg>
        <pc:picChg chg="add mod">
          <ac:chgData name="Yonghyun Sung" userId="ac2223b5-9af4-46ba-83c5-9fd81e81dea6" providerId="ADAL" clId="{3450202C-B6FF-4CC9-9669-29A0D17854A5}" dt="2026-07-09T07:04:23.703" v="3319" actId="552"/>
          <ac:picMkLst>
            <pc:docMk/>
            <pc:sldMk cId="1224110704" sldId="8108"/>
            <ac:picMk id="3" creationId="{F1498C7B-E71F-9ECB-D8C6-BEE2C2452A00}"/>
          </ac:picMkLst>
        </pc:picChg>
        <pc:picChg chg="add mod">
          <ac:chgData name="Yonghyun Sung" userId="ac2223b5-9af4-46ba-83c5-9fd81e81dea6" providerId="ADAL" clId="{3450202C-B6FF-4CC9-9669-29A0D17854A5}" dt="2026-07-09T07:04:21.147" v="3318" actId="552"/>
          <ac:picMkLst>
            <pc:docMk/>
            <pc:sldMk cId="1224110704" sldId="8108"/>
            <ac:picMk id="4" creationId="{D0B3A7EC-12BA-9B84-8AFE-5C184578831B}"/>
          </ac:picMkLst>
        </pc:picChg>
        <pc:picChg chg="add mod">
          <ac:chgData name="Yonghyun Sung" userId="ac2223b5-9af4-46ba-83c5-9fd81e81dea6" providerId="ADAL" clId="{3450202C-B6FF-4CC9-9669-29A0D17854A5}" dt="2026-07-09T07:04:21.147" v="3318" actId="552"/>
          <ac:picMkLst>
            <pc:docMk/>
            <pc:sldMk cId="1224110704" sldId="8108"/>
            <ac:picMk id="5" creationId="{00000000-0008-0000-0000-000095C10000}"/>
          </ac:picMkLst>
        </pc:picChg>
        <pc:cxnChg chg="mod">
          <ac:chgData name="Yonghyun Sung" userId="ac2223b5-9af4-46ba-83c5-9fd81e81dea6" providerId="ADAL" clId="{3450202C-B6FF-4CC9-9669-29A0D17854A5}" dt="2026-07-09T07:03:11.956" v="3288" actId="1035"/>
          <ac:cxnSpMkLst>
            <pc:docMk/>
            <pc:sldMk cId="1224110704" sldId="8108"/>
            <ac:cxnSpMk id="119" creationId="{F1B5A15D-13D8-AFF2-5785-821404061F5C}"/>
          </ac:cxnSpMkLst>
        </pc:cxnChg>
      </pc:sldChg>
      <pc:sldChg chg="addSp delSp modSp add mod">
        <pc:chgData name="Yonghyun Sung" userId="ac2223b5-9af4-46ba-83c5-9fd81e81dea6" providerId="ADAL" clId="{3450202C-B6FF-4CC9-9669-29A0D17854A5}" dt="2026-07-13T02:46:05.256" v="4143"/>
        <pc:sldMkLst>
          <pc:docMk/>
          <pc:sldMk cId="3241096666" sldId="8110"/>
        </pc:sldMkLst>
        <pc:spChg chg="mod">
          <ac:chgData name="Yonghyun Sung" userId="ac2223b5-9af4-46ba-83c5-9fd81e81dea6" providerId="ADAL" clId="{3450202C-B6FF-4CC9-9669-29A0D17854A5}" dt="2026-07-13T02:46:05.256" v="4143"/>
          <ac:spMkLst>
            <pc:docMk/>
            <pc:sldMk cId="3241096666" sldId="8110"/>
            <ac:spMk id="6" creationId="{CCB179C1-D2BD-FF9E-DB73-67C76E5DCF3B}"/>
          </ac:spMkLst>
        </pc:spChg>
        <pc:spChg chg="mod">
          <ac:chgData name="Yonghyun Sung" userId="ac2223b5-9af4-46ba-83c5-9fd81e81dea6" providerId="ADAL" clId="{3450202C-B6FF-4CC9-9669-29A0D17854A5}" dt="2026-07-08T06:25:57.061" v="1922" actId="20577"/>
          <ac:spMkLst>
            <pc:docMk/>
            <pc:sldMk cId="3241096666" sldId="8110"/>
            <ac:spMk id="9" creationId="{C944869F-6584-70C5-4EC8-2C2EE74FB4AB}"/>
          </ac:spMkLst>
        </pc:spChg>
        <pc:spChg chg="mod">
          <ac:chgData name="Yonghyun Sung" userId="ac2223b5-9af4-46ba-83c5-9fd81e81dea6" providerId="ADAL" clId="{3450202C-B6FF-4CC9-9669-29A0D17854A5}" dt="2026-07-13T02:40:43.501" v="4132" actId="1076"/>
          <ac:spMkLst>
            <pc:docMk/>
            <pc:sldMk cId="3241096666" sldId="8110"/>
            <ac:spMk id="38" creationId="{9DB6E228-CB0E-2263-180D-EFD83EF95057}"/>
          </ac:spMkLst>
        </pc:spChg>
        <pc:picChg chg="add mod">
          <ac:chgData name="Yonghyun Sung" userId="ac2223b5-9af4-46ba-83c5-9fd81e81dea6" providerId="ADAL" clId="{3450202C-B6FF-4CC9-9669-29A0D17854A5}" dt="2026-07-13T02:40:52.544" v="4137" actId="1076"/>
          <ac:picMkLst>
            <pc:docMk/>
            <pc:sldMk cId="3241096666" sldId="8110"/>
            <ac:picMk id="7" creationId="{B82324C1-5D99-5558-E133-72858A6F2C30}"/>
          </ac:picMkLst>
        </pc:picChg>
        <pc:picChg chg="add mod">
          <ac:chgData name="Yonghyun Sung" userId="ac2223b5-9af4-46ba-83c5-9fd81e81dea6" providerId="ADAL" clId="{3450202C-B6FF-4CC9-9669-29A0D17854A5}" dt="2026-07-13T02:41:03.432" v="4141" actId="1076"/>
          <ac:picMkLst>
            <pc:docMk/>
            <pc:sldMk cId="3241096666" sldId="8110"/>
            <ac:picMk id="11" creationId="{47FFEE39-0770-37F1-F904-6172BE9732E2}"/>
          </ac:picMkLst>
        </pc:picChg>
      </pc:sldChg>
      <pc:sldChg chg="modSp add mod">
        <pc:chgData name="Yonghyun Sung" userId="ac2223b5-9af4-46ba-83c5-9fd81e81dea6" providerId="ADAL" clId="{3450202C-B6FF-4CC9-9669-29A0D17854A5}" dt="2026-07-13T02:46:12.051" v="4146"/>
        <pc:sldMkLst>
          <pc:docMk/>
          <pc:sldMk cId="3893879870" sldId="8111"/>
        </pc:sldMkLst>
        <pc:spChg chg="mod">
          <ac:chgData name="Yonghyun Sung" userId="ac2223b5-9af4-46ba-83c5-9fd81e81dea6" providerId="ADAL" clId="{3450202C-B6FF-4CC9-9669-29A0D17854A5}" dt="2026-07-13T02:46:12.051" v="4146"/>
          <ac:spMkLst>
            <pc:docMk/>
            <pc:sldMk cId="3893879870" sldId="8111"/>
            <ac:spMk id="6" creationId="{CCB179C1-D2BD-FF9E-DB73-67C76E5DCF3B}"/>
          </ac:spMkLst>
        </pc:spChg>
        <pc:spChg chg="mod">
          <ac:chgData name="Yonghyun Sung" userId="ac2223b5-9af4-46ba-83c5-9fd81e81dea6" providerId="ADAL" clId="{3450202C-B6FF-4CC9-9669-29A0D17854A5}" dt="2026-07-08T06:36:17.335" v="2593" actId="20577"/>
          <ac:spMkLst>
            <pc:docMk/>
            <pc:sldMk cId="3893879870" sldId="8111"/>
            <ac:spMk id="9" creationId="{C944869F-6584-70C5-4EC8-2C2EE74FB4AB}"/>
          </ac:spMkLst>
        </pc:spChg>
        <pc:picChg chg="mod ord">
          <ac:chgData name="Yonghyun Sung" userId="ac2223b5-9af4-46ba-83c5-9fd81e81dea6" providerId="ADAL" clId="{3450202C-B6FF-4CC9-9669-29A0D17854A5}" dt="2026-07-09T06:24:51.113" v="3124" actId="14100"/>
          <ac:picMkLst>
            <pc:docMk/>
            <pc:sldMk cId="3893879870" sldId="8111"/>
            <ac:picMk id="73" creationId="{EF90FB55-D96B-C2B2-1017-BABFDA5E7CC2}"/>
          </ac:picMkLst>
        </pc:picChg>
      </pc:sldChg>
      <pc:sldChg chg="new del">
        <pc:chgData name="Yonghyun Sung" userId="ac2223b5-9af4-46ba-83c5-9fd81e81dea6" providerId="ADAL" clId="{3450202C-B6FF-4CC9-9669-29A0D17854A5}" dt="2026-07-13T02:37:51.337" v="4047" actId="47"/>
        <pc:sldMkLst>
          <pc:docMk/>
          <pc:sldMk cId="887583877" sldId="8112"/>
        </pc:sldMkLst>
      </pc:sldChg>
      <pc:sldMasterChg chg="delSldLayout">
        <pc:chgData name="Yonghyun Sung" userId="ac2223b5-9af4-46ba-83c5-9fd81e81dea6" providerId="ADAL" clId="{3450202C-B6FF-4CC9-9669-29A0D17854A5}" dt="2026-07-08T06:57:54.854" v="3120" actId="47"/>
        <pc:sldMasterMkLst>
          <pc:docMk/>
          <pc:sldMasterMk cId="1458759200" sldId="2147483836"/>
        </pc:sldMasterMkLst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7" y="58"/>
            <a:ext cx="2944336" cy="496809"/>
          </a:xfrm>
          <a:prstGeom prst="rect">
            <a:avLst/>
          </a:prstGeom>
        </p:spPr>
        <p:txBody>
          <a:bodyPr vert="horz" lIns="90909" tIns="45456" rIns="90909" bIns="45456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7049" y="58"/>
            <a:ext cx="2944336" cy="496809"/>
          </a:xfrm>
          <a:prstGeom prst="rect">
            <a:avLst/>
          </a:prstGeom>
        </p:spPr>
        <p:txBody>
          <a:bodyPr vert="horz" lIns="90909" tIns="45456" rIns="90909" bIns="45456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3C1A0412-5C13-4903-A452-9D1E461B8645}" type="datetimeFigureOut">
              <a:rPr lang="ko-KR" altLang="en-US"/>
              <a:pPr>
                <a:defRPr/>
              </a:pPr>
              <a:t>2026-07-13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57" y="9426657"/>
            <a:ext cx="2944336" cy="496808"/>
          </a:xfrm>
          <a:prstGeom prst="rect">
            <a:avLst/>
          </a:prstGeom>
        </p:spPr>
        <p:txBody>
          <a:bodyPr vert="horz" lIns="90909" tIns="45456" rIns="90909" bIns="45456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7049" y="9426657"/>
            <a:ext cx="2944336" cy="496808"/>
          </a:xfrm>
          <a:prstGeom prst="rect">
            <a:avLst/>
          </a:prstGeom>
        </p:spPr>
        <p:txBody>
          <a:bodyPr vert="horz" lIns="90909" tIns="45456" rIns="90909" bIns="45456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7EDB4B5C-42AD-4361-ADA0-37A50191B6B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61596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7" y="58"/>
            <a:ext cx="2944336" cy="496809"/>
          </a:xfrm>
          <a:prstGeom prst="rect">
            <a:avLst/>
          </a:prstGeom>
        </p:spPr>
        <p:txBody>
          <a:bodyPr vert="horz" lIns="90909" tIns="45456" rIns="90909" bIns="45456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7049" y="58"/>
            <a:ext cx="2944336" cy="496809"/>
          </a:xfrm>
          <a:prstGeom prst="rect">
            <a:avLst/>
          </a:prstGeom>
        </p:spPr>
        <p:txBody>
          <a:bodyPr vert="horz" lIns="90909" tIns="45456" rIns="90909" bIns="45456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42B17A43-7C64-4168-A5CE-9C98F4BDD93B}" type="datetimeFigureOut">
              <a:rPr lang="ko-KR" altLang="en-US"/>
              <a:pPr>
                <a:defRPr/>
              </a:pPr>
              <a:t>2026-07-13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87313" y="744538"/>
            <a:ext cx="6618287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909" tIns="45456" rIns="90909" bIns="454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034" y="4715772"/>
            <a:ext cx="5434965" cy="4464923"/>
          </a:xfrm>
          <a:prstGeom prst="rect">
            <a:avLst/>
          </a:prstGeom>
        </p:spPr>
        <p:txBody>
          <a:bodyPr vert="horz" lIns="90909" tIns="45456" rIns="90909" bIns="454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1277683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388811" algn="l" rtl="0" eaLnBrk="0" fontAlgn="base" latinLnBrk="1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777577" algn="l" rtl="0" eaLnBrk="0" fontAlgn="base" latinLnBrk="1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1166371" algn="l" rtl="0" eaLnBrk="0" fontAlgn="base" latinLnBrk="1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1555152" algn="l" rtl="0" eaLnBrk="0" fontAlgn="base" latinLnBrk="1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1943963" algn="l" defTabSz="777577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2332747" algn="l" defTabSz="777577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2721522" algn="l" defTabSz="777577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3110301" algn="l" defTabSz="777577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53031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17678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16457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876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15994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44653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144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91144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45116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55395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7542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04775"/>
            <a:ext cx="8686800" cy="514350"/>
          </a:xfrm>
          <a:prstGeom prst="rect">
            <a:avLst/>
          </a:prstGeom>
        </p:spPr>
        <p:txBody>
          <a:bodyPr lIns="68576" tIns="34289" rIns="68576" bIns="34289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598" y="788670"/>
            <a:ext cx="8686800" cy="3771900"/>
          </a:xfrm>
          <a:prstGeom prst="rect">
            <a:avLst/>
          </a:prstGeom>
        </p:spPr>
        <p:txBody>
          <a:bodyPr lIns="68576" tIns="34289" rIns="68576" bIns="34289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6265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4351413"/>
            <a:ext cx="9144000" cy="7920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254" tIns="45622" rIns="91254" bIns="45622" rtlCol="0" anchor="ctr"/>
          <a:lstStyle/>
          <a:p>
            <a:pPr algn="ctr"/>
            <a:endParaRPr lang="ko-KR" altLang="en-US"/>
          </a:p>
        </p:txBody>
      </p:sp>
      <p:pic>
        <p:nvPicPr>
          <p:cNvPr id="8" name="Picture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91" r="2157"/>
          <a:stretch/>
        </p:blipFill>
        <p:spPr>
          <a:xfrm>
            <a:off x="0" y="3813888"/>
            <a:ext cx="9136242" cy="1242138"/>
          </a:xfrm>
          <a:prstGeom prst="rect">
            <a:avLst/>
          </a:prstGeom>
        </p:spPr>
      </p:pic>
      <p:pic>
        <p:nvPicPr>
          <p:cNvPr id="9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991" y="4245989"/>
            <a:ext cx="4107774" cy="308611"/>
          </a:xfrm>
          <a:prstGeom prst="rect">
            <a:avLst/>
          </a:prstGeom>
        </p:spPr>
      </p:pic>
      <p:sp>
        <p:nvSpPr>
          <p:cNvPr id="4" name="직사각형 3"/>
          <p:cNvSpPr/>
          <p:nvPr userDrawn="1"/>
        </p:nvSpPr>
        <p:spPr>
          <a:xfrm>
            <a:off x="0" y="267495"/>
            <a:ext cx="9144000" cy="7920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254" tIns="45622" rIns="91254" bIns="45622"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1" hasCustomPrompt="1"/>
          </p:nvPr>
        </p:nvSpPr>
        <p:spPr>
          <a:xfrm>
            <a:off x="179513" y="987574"/>
            <a:ext cx="8784976" cy="3312642"/>
          </a:xfrm>
        </p:spPr>
        <p:txBody>
          <a:bodyPr/>
          <a:lstStyle>
            <a:lvl1pPr indent="-179996">
              <a:lnSpc>
                <a:spcPct val="150000"/>
              </a:lnSpc>
              <a:defRPr sz="1600">
                <a:latin typeface="+mn-lt"/>
              </a:defRPr>
            </a:lvl1pPr>
            <a:lvl2pPr marL="742931" indent="-179996">
              <a:buFont typeface="Wingdings" pitchFamily="2" charset="2"/>
              <a:buChar char="l"/>
              <a:defRPr sz="1200" b="0">
                <a:latin typeface="+mn-lt"/>
              </a:defRPr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endParaRPr lang="en-US" altLang="zh-CN" dirty="0"/>
          </a:p>
          <a:p>
            <a:pPr lvl="1"/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adipisicing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</a:t>
            </a:r>
            <a:r>
              <a:rPr lang="en-US" altLang="zh-CN" dirty="0" err="1"/>
              <a:t>sed</a:t>
            </a:r>
            <a:r>
              <a:rPr lang="en-US" altLang="zh-CN" dirty="0"/>
              <a:t>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labore</a:t>
            </a:r>
            <a:r>
              <a:rPr lang="en-US" altLang="zh-CN" dirty="0"/>
              <a:t> et </a:t>
            </a:r>
            <a:r>
              <a:rPr lang="en-US" altLang="zh-CN" dirty="0" err="1"/>
              <a:t>dolore</a:t>
            </a:r>
            <a:endParaRPr lang="en-US" altLang="zh-CN" dirty="0"/>
          </a:p>
          <a:p>
            <a:pPr lvl="1"/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adipisicing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</a:t>
            </a:r>
            <a:r>
              <a:rPr lang="en-US" altLang="zh-CN" dirty="0" err="1"/>
              <a:t>sed</a:t>
            </a:r>
            <a:r>
              <a:rPr lang="en-US" altLang="zh-CN" dirty="0"/>
              <a:t>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labore</a:t>
            </a:r>
            <a:r>
              <a:rPr lang="en-US" altLang="zh-CN" dirty="0"/>
              <a:t> et </a:t>
            </a:r>
            <a:r>
              <a:rPr lang="en-US" altLang="zh-CN" dirty="0" err="1"/>
              <a:t>dolore</a:t>
            </a:r>
            <a:endParaRPr lang="en-US" altLang="zh-CN" dirty="0"/>
          </a:p>
          <a:p>
            <a:pPr lvl="0"/>
            <a:r>
              <a:rPr lang="en-US" altLang="zh-CN" dirty="0" err="1"/>
              <a:t>Lorem</a:t>
            </a:r>
            <a:r>
              <a:rPr lang="en-US" altLang="zh-CN" dirty="0"/>
              <a:t> </a:t>
            </a:r>
            <a:r>
              <a:rPr lang="en-US" altLang="zh-CN" dirty="0" err="1"/>
              <a:t>Ipsum</a:t>
            </a:r>
            <a:endParaRPr lang="en-US" altLang="zh-CN" dirty="0"/>
          </a:p>
          <a:p>
            <a:pPr lvl="1"/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adipisicing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</a:t>
            </a:r>
            <a:r>
              <a:rPr lang="en-US" altLang="zh-CN" dirty="0" err="1"/>
              <a:t>sed</a:t>
            </a:r>
            <a:r>
              <a:rPr lang="en-US" altLang="zh-CN" dirty="0"/>
              <a:t>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labore</a:t>
            </a:r>
            <a:r>
              <a:rPr lang="en-US" altLang="zh-CN" dirty="0"/>
              <a:t> et </a:t>
            </a:r>
            <a:r>
              <a:rPr lang="en-US" altLang="zh-CN" dirty="0" err="1"/>
              <a:t>dolore</a:t>
            </a:r>
            <a:endParaRPr lang="en-US" altLang="zh-CN" dirty="0"/>
          </a:p>
          <a:p>
            <a:pPr lvl="1"/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adipisicing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</a:t>
            </a:r>
            <a:r>
              <a:rPr lang="en-US" altLang="zh-CN" dirty="0" err="1"/>
              <a:t>sed</a:t>
            </a:r>
            <a:r>
              <a:rPr lang="en-US" altLang="zh-CN" dirty="0"/>
              <a:t>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labore</a:t>
            </a:r>
            <a:r>
              <a:rPr lang="en-US" altLang="zh-CN" dirty="0"/>
              <a:t> et </a:t>
            </a:r>
            <a:r>
              <a:rPr lang="en-US" altLang="zh-CN" dirty="0" err="1"/>
              <a:t>dolore</a:t>
            </a:r>
            <a:endParaRPr lang="zh-CN" altLang="en-US" dirty="0"/>
          </a:p>
          <a:p>
            <a:pPr lvl="1"/>
            <a:endParaRPr lang="zh-CN" alt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4668" y="4587975"/>
            <a:ext cx="1249333" cy="555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7504" y="4803999"/>
            <a:ext cx="79208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859EBC02-4C5A-48BF-8495-108B2AB07E90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818590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3" name="文本占位符 7">
            <a:extLst>
              <a:ext uri="{FF2B5EF4-FFF2-40B4-BE49-F238E27FC236}">
                <a16:creationId xmlns:a16="http://schemas.microsoft.com/office/drawing/2014/main" id="{04E8CC1C-F222-4604-8363-B8371FFE0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52539" y="366565"/>
            <a:ext cx="1871662" cy="329199"/>
          </a:xfr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zh-CN" altLang="en-US" sz="1600" b="1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altLang="zh-CN" dirty="0"/>
              <a:t>DIRECTORY</a:t>
            </a:r>
            <a:endParaRPr lang="zh-CN" alt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9232"/>
            <a:ext cx="1152244" cy="24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367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759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39" r:id="rId3"/>
    <p:sldLayoutId id="2147483840" r:id="rId4"/>
    <p:sldLayoutId id="2147483841" r:id="rId5"/>
    <p:sldLayoutId id="2147483842" r:id="rId6"/>
    <p:sldLayoutId id="2147483843" r:id="rId7"/>
    <p:sldLayoutId id="2147483844" r:id="rId8"/>
    <p:sldLayoutId id="2147483845" r:id="rId9"/>
    <p:sldLayoutId id="2147483846" r:id="rId10"/>
    <p:sldLayoutId id="2147483847" r:id="rId11"/>
    <p:sldLayoutId id="2147483848" r:id="rId12"/>
    <p:sldLayoutId id="2147483829" r:id="rId13"/>
    <p:sldLayoutId id="2147483832" r:id="rId14"/>
    <p:sldLayoutId id="2147483833" r:id="rId15"/>
    <p:sldLayoutId id="2147483851" r:id="rId16"/>
  </p:sldLayoutIdLst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6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11.png"/><Relationship Id="rId7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.png"/><Relationship Id="rId5" Type="http://schemas.microsoft.com/office/2007/relationships/hdphoto" Target="../media/hdphoto3.wdp"/><Relationship Id="rId4" Type="http://schemas.openxmlformats.org/officeDocument/2006/relationships/image" Target="../media/image12.png"/><Relationship Id="rId9" Type="http://schemas.openxmlformats.org/officeDocument/2006/relationships/image" Target="../media/image1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1.jpeg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364481"/>
              </p:ext>
            </p:extLst>
          </p:nvPr>
        </p:nvGraphicFramePr>
        <p:xfrm>
          <a:off x="60896" y="51470"/>
          <a:ext cx="9062392" cy="4982264"/>
        </p:xfrm>
        <a:graphic>
          <a:graphicData uri="http://schemas.openxmlformats.org/drawingml/2006/table">
            <a:tbl>
              <a:tblPr/>
              <a:tblGrid>
                <a:gridCol w="1105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85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52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2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23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416">
                  <a:extLst>
                    <a:ext uri="{9D8B030D-6E8A-4147-A177-3AD203B41FA5}">
                      <a16:colId xmlns:a16="http://schemas.microsoft.com/office/drawing/2014/main" val="3845844877"/>
                    </a:ext>
                  </a:extLst>
                </a:gridCol>
                <a:gridCol w="4066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2747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994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79968">
                <a:tc rowSpan="3" gridSpan="5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0" algn="l"/>
                        </a:tabLst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+mn-ea"/>
                        </a:rPr>
                        <a:t>■ </a:t>
                      </a: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+mn-ea"/>
                        </a:rPr>
                        <a:t>TM5010 X24 GF-6 Wheel 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+mn-ea"/>
                        </a:rPr>
                        <a:t>치형 깨짐 개선 대책</a:t>
                      </a:r>
                      <a:endParaRPr kumimoji="1" lang="ko-KR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4000" marR="5400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8016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ea"/>
                        <a:ea typeface="+mn-ea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1212">
                <a:tc gridSpan="5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작성부서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담당관리직</a:t>
                      </a:r>
                      <a:endParaRPr lang="ko-KR" altLang="en-US" b="0" dirty="0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발표자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결재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1212">
                <a:tc gridSpan="5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7/14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생산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/>
                        <a:t>성용현</a:t>
                      </a:r>
                      <a:endParaRPr lang="ko-KR" altLang="en-US" sz="800" b="1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/>
                        <a:t>성용현</a:t>
                      </a:r>
                      <a:endParaRPr lang="ko-KR" altLang="en-US" sz="800" b="1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68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문제부위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사진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임시 조치 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54000" marR="54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근본 개선 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유첨</a:t>
                      </a: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54000" marR="54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54000" marR="5400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4640">
                <a:tc rowSpan="4"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6" gridSpan="6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1.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수동 작업 시 취급 주의 작업자 교육 진행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※ Wheel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작업 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TPA800/1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지정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설비로 운영 중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1. TPA1200T Vision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적용 진행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중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  : Wheel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불량 유형 등록 완료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  :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유효성 모니터링 운영 중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(~8/30)</a:t>
                      </a: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2.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작업자 선별 주의 고육 실시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54000" marR="54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8624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28600" indent="-228600">
                        <a:lnSpc>
                          <a:spcPts val="1200"/>
                        </a:lnSpc>
                        <a:defRPr/>
                      </a:pPr>
                      <a:endParaRPr lang="en-US" altLang="ko-KR" sz="700" b="0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indent="-228600">
                        <a:lnSpc>
                          <a:spcPts val="1200"/>
                        </a:lnSpc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Arial" panose="020B0604020202020204" pitchFamily="34" charset="0"/>
                        </a:rPr>
                        <a:t> 1.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Arial" panose="020B0604020202020204" pitchFamily="34" charset="0"/>
                        </a:rPr>
                        <a:t> 작업자 집중 선별 요청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Arial" panose="020B0604020202020204" pitchFamily="34" charset="0"/>
                        </a:rPr>
                        <a:t>, Issue Lot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Arial" panose="020B0604020202020204" pitchFamily="34" charset="0"/>
                        </a:rPr>
                        <a:t>분석 </a:t>
                      </a:r>
                      <a:r>
                        <a:rPr lang="en-US" altLang="ko-KR" sz="800" b="0" kern="1200" baseline="0" dirty="0">
                          <a:solidFill>
                            <a:srgbClr val="0000FF"/>
                          </a:solidFill>
                          <a:latin typeface="+mj-ea"/>
                          <a:ea typeface="+mn-ea"/>
                          <a:cs typeface="Arial" panose="020B0604020202020204" pitchFamily="34" charset="0"/>
                        </a:rPr>
                        <a:t>- </a:t>
                      </a:r>
                      <a:r>
                        <a:rPr lang="ko-KR" altLang="en-US" sz="800" b="0" kern="1200" baseline="0" dirty="0">
                          <a:solidFill>
                            <a:srgbClr val="0000FF"/>
                          </a:solidFill>
                          <a:latin typeface="+mj-ea"/>
                          <a:ea typeface="+mn-ea"/>
                          <a:cs typeface="Arial" panose="020B0604020202020204" pitchFamily="34" charset="0"/>
                        </a:rPr>
                        <a:t>유첨</a:t>
                      </a:r>
                      <a:endParaRPr lang="en-US" altLang="ko-KR" sz="800" b="0" kern="1200" baseline="0" dirty="0">
                        <a:solidFill>
                          <a:srgbClr val="0000FF"/>
                        </a:solidFill>
                        <a:latin typeface="+mj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indent="-228600">
                        <a:lnSpc>
                          <a:spcPts val="1200"/>
                        </a:lnSpc>
                        <a:defRPr/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Arial" panose="020B0604020202020204" pitchFamily="34" charset="0"/>
                        </a:rPr>
                        <a:t>   -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Arial" panose="020B0604020202020204" pitchFamily="34" charset="0"/>
                        </a:rPr>
                        <a:t>고객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Arial" panose="020B0604020202020204" pitchFamily="34" charset="0"/>
                        </a:rPr>
                        <a:t>Line 1,832ea,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Arial" panose="020B0604020202020204" pitchFamily="34" charset="0"/>
                        </a:rPr>
                        <a:t>사내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Arial" panose="020B0604020202020204" pitchFamily="34" charset="0"/>
                        </a:rPr>
                        <a:t> 1,980ea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Arial" panose="020B0604020202020204" pitchFamily="34" charset="0"/>
                        </a:rPr>
                        <a:t> 선별 완료 추가 불량 없음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4568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원인 분석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유첨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/>
                    </a:p>
                  </a:txBody>
                  <a:tcPr marL="54000" marR="54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8996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7" gridSpan="2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228600" marR="0" lvl="0" indent="-228600" algn="l" defTabSz="777577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228600" indent="-228600">
                        <a:lnSpc>
                          <a:spcPts val="13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 1.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충격에 의한 </a:t>
                      </a: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치형부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 깨짐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(SEM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분석 시 전구간 </a:t>
                      </a: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미결합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 확인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)</a:t>
                      </a:r>
                    </a:p>
                    <a:p>
                      <a:pPr marL="228600" indent="-228600">
                        <a:lnSpc>
                          <a:spcPts val="1300"/>
                        </a:lnSpc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 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→ 성형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~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소결 투입 전 충격에 의한 깨짐 발생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228600" indent="-228600">
                        <a:lnSpc>
                          <a:spcPts val="1300"/>
                        </a:lnSpc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  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→ 치형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1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개소 집중 충격 시 동일 유형 불량 확인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(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재현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Test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완료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)</a:t>
                      </a:r>
                    </a:p>
                    <a:p>
                      <a:pPr marL="228600" indent="-228600">
                        <a:lnSpc>
                          <a:spcPts val="1300"/>
                        </a:lnSpc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   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→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6/5~6/8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성형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1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호기 설비 고장으로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2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호기 수동 작업 진행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228600" indent="-228600">
                        <a:lnSpc>
                          <a:spcPts val="1300"/>
                        </a:lnSpc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    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→ 수동 작업에 따른 취급 부주의로 치형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1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개소 충격 추정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228600" indent="-228600">
                        <a:lnSpc>
                          <a:spcPts val="1300"/>
                        </a:lnSpc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     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→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성형 </a:t>
                      </a: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취출품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 대차 적재 시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,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소결 투입 시 충격 발생 가능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228600" indent="-228600">
                        <a:lnSpc>
                          <a:spcPts val="1300"/>
                        </a:lnSpc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      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→ </a:t>
                      </a: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고품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 확인 시 깨짐 하측 찍힘 흔적 잔존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228600" indent="-228600">
                        <a:lnSpc>
                          <a:spcPts val="1300"/>
                        </a:lnSpc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※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설비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Error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시 동일 유형 불량 </a:t>
                      </a: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미발생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228600" indent="-228600">
                        <a:lnSpc>
                          <a:spcPts val="1300"/>
                        </a:lnSpc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228600" indent="-228600">
                        <a:lnSpc>
                          <a:spcPts val="1300"/>
                        </a:lnSpc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228600" indent="-228600">
                        <a:lnSpc>
                          <a:spcPts val="13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1.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외주 가공 후 제품 선별 시 유출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228600" indent="-228600">
                        <a:lnSpc>
                          <a:spcPts val="1300"/>
                        </a:lnSpc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2.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최종 선별 시 유출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54000" marR="54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7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54000" marR="54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5319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개요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6" vMerge="1"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4900">
                <a:tc rowSpan="5" gridSpan="3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 vMerge="1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24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표준 반영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54000" marR="54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54000" marR="54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779512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54000" marR="5400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54000" marR="5400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수평전개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anchor="ctr" horzOverflow="overflow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54000" marR="5400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563488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cxnSp>
        <p:nvCxnSpPr>
          <p:cNvPr id="7" name="직선 연결선 6"/>
          <p:cNvCxnSpPr/>
          <p:nvPr/>
        </p:nvCxnSpPr>
        <p:spPr>
          <a:xfrm>
            <a:off x="5256053" y="843535"/>
            <a:ext cx="1" cy="720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41"/>
          <p:cNvSpPr>
            <a:spLocks noChangeArrowheads="1"/>
          </p:cNvSpPr>
          <p:nvPr/>
        </p:nvSpPr>
        <p:spPr bwMode="auto">
          <a:xfrm>
            <a:off x="5249195" y="713793"/>
            <a:ext cx="431666" cy="13691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79" tIns="34289" rIns="68579" bIns="34289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latinLnBrk="0" hangingPunct="0">
              <a:lnSpc>
                <a:spcPct val="90000"/>
              </a:lnSpc>
              <a:spcBef>
                <a:spcPct val="50000"/>
              </a:spcBef>
            </a:pPr>
            <a:r>
              <a:rPr lang="ko-KR" altLang="en-US" sz="800" dirty="0">
                <a:latin typeface="+mn-ea"/>
              </a:rPr>
              <a:t>일정</a:t>
            </a:r>
          </a:p>
        </p:txBody>
      </p:sp>
      <p:cxnSp>
        <p:nvCxnSpPr>
          <p:cNvPr id="10" name="직선 연결선 9"/>
          <p:cNvCxnSpPr/>
          <p:nvPr/>
        </p:nvCxnSpPr>
        <p:spPr>
          <a:xfrm>
            <a:off x="8619949" y="843535"/>
            <a:ext cx="0" cy="2412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41"/>
          <p:cNvSpPr>
            <a:spLocks noChangeArrowheads="1"/>
          </p:cNvSpPr>
          <p:nvPr/>
        </p:nvSpPr>
        <p:spPr bwMode="auto">
          <a:xfrm>
            <a:off x="8619950" y="831423"/>
            <a:ext cx="431666" cy="13691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79" tIns="34289" rIns="68579" bIns="34289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latinLnBrk="0" hangingPunct="0">
              <a:lnSpc>
                <a:spcPct val="90000"/>
              </a:lnSpc>
              <a:spcBef>
                <a:spcPct val="50000"/>
              </a:spcBef>
            </a:pPr>
            <a:r>
              <a:rPr lang="ko-KR" altLang="en-US" sz="800" dirty="0">
                <a:latin typeface="+mn-ea"/>
              </a:rPr>
              <a:t>일정</a:t>
            </a:r>
          </a:p>
        </p:txBody>
      </p:sp>
      <p:graphicFrame>
        <p:nvGraphicFramePr>
          <p:cNvPr id="42" name="표 41"/>
          <p:cNvGraphicFramePr>
            <a:graphicFrameLocks noGrp="1"/>
          </p:cNvGraphicFramePr>
          <p:nvPr/>
        </p:nvGraphicFramePr>
        <p:xfrm>
          <a:off x="2293144" y="843558"/>
          <a:ext cx="979680" cy="160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04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해당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</a:rPr>
                        <a:t>Lot.</a:t>
                      </a:r>
                      <a:r>
                        <a:rPr lang="en-US" altLang="ko-KR" sz="80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baseline="0">
                          <a:solidFill>
                            <a:schemeClr val="tx1"/>
                          </a:solidFill>
                        </a:rPr>
                        <a:t>처리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4" name="표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1789610"/>
              </p:ext>
            </p:extLst>
          </p:nvPr>
        </p:nvGraphicFramePr>
        <p:xfrm>
          <a:off x="2293143" y="1635646"/>
          <a:ext cx="2350865" cy="160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0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04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근본개선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완료전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차기생산 임시조치 방법</a:t>
                      </a:r>
                      <a:endParaRPr lang="ko-KR" altLang="en-US" sz="800" dirty="0">
                        <a:solidFill>
                          <a:srgbClr val="0000FF"/>
                        </a:solidFill>
                      </a:endParaRP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3238447" y="809650"/>
            <a:ext cx="190308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(   </a:t>
            </a:r>
            <a:r>
              <a:rPr lang="ko-KR" altLang="en-US" sz="800" dirty="0">
                <a:latin typeface="+mn-ea"/>
                <a:ea typeface="+mn-ea"/>
              </a:rPr>
              <a:t>선별</a:t>
            </a:r>
            <a:r>
              <a:rPr lang="en-US" altLang="ko-KR" sz="800" dirty="0">
                <a:latin typeface="+mn-ea"/>
                <a:ea typeface="+mn-ea"/>
              </a:rPr>
              <a:t>,    </a:t>
            </a:r>
            <a:r>
              <a:rPr lang="ko-KR" altLang="en-US" sz="800" dirty="0">
                <a:latin typeface="+mn-ea"/>
                <a:ea typeface="+mn-ea"/>
              </a:rPr>
              <a:t>재작업</a:t>
            </a:r>
            <a:r>
              <a:rPr lang="en-US" altLang="ko-KR" sz="800" dirty="0">
                <a:latin typeface="+mn-ea"/>
                <a:ea typeface="+mn-ea"/>
              </a:rPr>
              <a:t>,    </a:t>
            </a:r>
            <a:r>
              <a:rPr lang="ko-KR" altLang="en-US" sz="800" dirty="0">
                <a:latin typeface="+mn-ea"/>
                <a:ea typeface="+mn-ea"/>
              </a:rPr>
              <a:t>특채</a:t>
            </a:r>
            <a:r>
              <a:rPr lang="en-US" altLang="ko-KR" sz="800" dirty="0">
                <a:latin typeface="+mn-ea"/>
                <a:ea typeface="+mn-ea"/>
              </a:rPr>
              <a:t>,    </a:t>
            </a:r>
            <a:r>
              <a:rPr lang="ko-KR" altLang="en-US" sz="800" dirty="0">
                <a:latin typeface="+mn-ea"/>
                <a:ea typeface="+mn-ea"/>
              </a:rPr>
              <a:t>기타   </a:t>
            </a:r>
            <a:r>
              <a:rPr lang="en-US" altLang="ko-KR" sz="800" dirty="0">
                <a:latin typeface="+mn-ea"/>
                <a:ea typeface="+mn-ea"/>
              </a:rPr>
              <a:t>)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3435644" y="804829"/>
            <a:ext cx="292653" cy="213541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8" name="표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576967"/>
              </p:ext>
            </p:extLst>
          </p:nvPr>
        </p:nvGraphicFramePr>
        <p:xfrm>
          <a:off x="2293378" y="2605658"/>
          <a:ext cx="979680" cy="160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04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발생 측면</a:t>
                      </a:r>
                      <a:endParaRPr lang="ko-KR" altLang="en-US" sz="800" dirty="0">
                        <a:solidFill>
                          <a:srgbClr val="0000FF"/>
                        </a:solidFill>
                      </a:endParaRP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" name="표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62743"/>
              </p:ext>
            </p:extLst>
          </p:nvPr>
        </p:nvGraphicFramePr>
        <p:xfrm>
          <a:off x="5724466" y="825708"/>
          <a:ext cx="1477291" cy="160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7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04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발생 및 유출 방지 대책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" name="표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2695908"/>
              </p:ext>
            </p:extLst>
          </p:nvPr>
        </p:nvGraphicFramePr>
        <p:xfrm>
          <a:off x="6707669" y="3303806"/>
          <a:ext cx="2184811" cy="92494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446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41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표준류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개정여부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일자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PFMEA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□ 개정  ■ 불필요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1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관리계획서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□ 개정  ■ 불필요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41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작업표준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□ 개정  ■ 불필요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41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C/Sheet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□ 개정  ■ 불필요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41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작업요령서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□ 개정  ■ 불필요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0" name="Group 2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2976348"/>
              </p:ext>
            </p:extLst>
          </p:nvPr>
        </p:nvGraphicFramePr>
        <p:xfrm>
          <a:off x="5777987" y="4540719"/>
          <a:ext cx="3237268" cy="419011"/>
        </p:xfrm>
        <a:graphic>
          <a:graphicData uri="http://schemas.openxmlformats.org/drawingml/2006/table">
            <a:tbl>
              <a:tblPr/>
              <a:tblGrid>
                <a:gridCol w="1254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81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898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대상부품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적용유무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적용계획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GF-6 Wheel</a:t>
                      </a: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종</a:t>
                      </a: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예정</a:t>
                      </a: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7/24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5" name="그림 14">
            <a:extLst>
              <a:ext uri="{FF2B5EF4-FFF2-40B4-BE49-F238E27FC236}">
                <a16:creationId xmlns:a16="http://schemas.microsoft.com/office/drawing/2014/main" id="{E551DB88-60E1-C89C-386D-B8F4011C6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6480" y="57404"/>
            <a:ext cx="463726" cy="151790"/>
          </a:xfrm>
          <a:prstGeom prst="rect">
            <a:avLst/>
          </a:prstGeom>
        </p:spPr>
      </p:pic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0343F972-441C-577E-0B5E-413A536F80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537219"/>
              </p:ext>
            </p:extLst>
          </p:nvPr>
        </p:nvGraphicFramePr>
        <p:xfrm>
          <a:off x="133833" y="2887340"/>
          <a:ext cx="2072452" cy="2088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3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8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97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항목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7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발생일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26-07-07 (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화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7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원인공정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성형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후처리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7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발견공정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고객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(GM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보령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7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작업설비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TPA800/1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7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해당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</a:rPr>
                        <a:t>Lot.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수량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12,999ea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97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</a:rPr>
                        <a:t>불량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수량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1ea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E4C22E1D-5386-63DA-E451-C341ED1139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3736136"/>
              </p:ext>
            </p:extLst>
          </p:nvPr>
        </p:nvGraphicFramePr>
        <p:xfrm>
          <a:off x="2334527" y="1078632"/>
          <a:ext cx="2833023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2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95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53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Lot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수량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700" dirty="0" err="1">
                          <a:solidFill>
                            <a:schemeClr val="tx1"/>
                          </a:solidFill>
                        </a:rPr>
                        <a:t>ea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불량 수량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700" dirty="0" err="1">
                          <a:solidFill>
                            <a:schemeClr val="tx1"/>
                          </a:solidFill>
                        </a:rPr>
                        <a:t>ea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불량률 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(PPM)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870">
                <a:tc>
                  <a:txBody>
                    <a:bodyPr/>
                    <a:lstStyle/>
                    <a:p>
                      <a:pPr marL="0" algn="ctr" defTabSz="685800" rtl="0" eaLnBrk="1" latinLnBrk="1" hangingPunct="1"/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12,999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 (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77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CA179D59-99A8-290D-0CB1-32843F4A65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5068710"/>
              </p:ext>
            </p:extLst>
          </p:nvPr>
        </p:nvGraphicFramePr>
        <p:xfrm>
          <a:off x="152882" y="2302121"/>
          <a:ext cx="2014363" cy="3156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6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56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현상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치형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개소 깨짐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97D2A004-3604-BD0D-A26C-E1C32B9116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715513"/>
              </p:ext>
            </p:extLst>
          </p:nvPr>
        </p:nvGraphicFramePr>
        <p:xfrm>
          <a:off x="2293378" y="4290089"/>
          <a:ext cx="979680" cy="160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04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유출 측면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9EF7A4C0-7D0E-F88A-9502-160DB14638A0}"/>
              </a:ext>
            </a:extLst>
          </p:cNvPr>
          <p:cNvCxnSpPr>
            <a:cxnSpLocks/>
          </p:cNvCxnSpPr>
          <p:nvPr/>
        </p:nvCxnSpPr>
        <p:spPr>
          <a:xfrm>
            <a:off x="2302020" y="4262246"/>
            <a:ext cx="3399933" cy="0"/>
          </a:xfrm>
          <a:prstGeom prst="line">
            <a:avLst/>
          </a:prstGeom>
          <a:ln w="952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E35E566-B5AB-A370-F737-60F2E0953C48}"/>
              </a:ext>
            </a:extLst>
          </p:cNvPr>
          <p:cNvSpPr txBox="1"/>
          <p:nvPr/>
        </p:nvSpPr>
        <p:spPr>
          <a:xfrm>
            <a:off x="8690694" y="1011942"/>
            <a:ext cx="34015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" dirty="0">
                <a:latin typeface="+mn-ea"/>
                <a:ea typeface="+mn-ea"/>
              </a:rPr>
              <a:t>7/13</a:t>
            </a:r>
            <a:endParaRPr lang="ko-KR" altLang="en-US" sz="600" dirty="0">
              <a:latin typeface="+mn-ea"/>
              <a:ea typeface="+mn-ea"/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BFC172C1-7C01-0D7A-BC07-5C8E0D35CC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6680986"/>
              </p:ext>
            </p:extLst>
          </p:nvPr>
        </p:nvGraphicFramePr>
        <p:xfrm>
          <a:off x="5741078" y="1708885"/>
          <a:ext cx="979680" cy="160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04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유출 측면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1C251515-2E41-5970-C942-DC5875496681}"/>
              </a:ext>
            </a:extLst>
          </p:cNvPr>
          <p:cNvSpPr txBox="1"/>
          <p:nvPr/>
        </p:nvSpPr>
        <p:spPr>
          <a:xfrm>
            <a:off x="8690694" y="1916673"/>
            <a:ext cx="34015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" dirty="0">
                <a:latin typeface="+mn-ea"/>
              </a:rPr>
              <a:t>8/30</a:t>
            </a:r>
            <a:endParaRPr lang="ko-KR" altLang="en-US" sz="600" dirty="0">
              <a:latin typeface="+mn-ea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51C9597-AEE0-AF4C-6BC8-63F3FD2EA407}"/>
              </a:ext>
            </a:extLst>
          </p:cNvPr>
          <p:cNvCxnSpPr>
            <a:cxnSpLocks/>
          </p:cNvCxnSpPr>
          <p:nvPr/>
        </p:nvCxnSpPr>
        <p:spPr>
          <a:xfrm>
            <a:off x="5680861" y="1677358"/>
            <a:ext cx="3399933" cy="0"/>
          </a:xfrm>
          <a:prstGeom prst="line">
            <a:avLst/>
          </a:prstGeom>
          <a:ln w="952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4F72058D-6D6D-94E5-B34F-FBA2F07BD5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840" y="455801"/>
            <a:ext cx="372557" cy="24606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2A8676C-7C2D-19AD-F67A-22BBD9D157A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30000" contras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5400000">
            <a:off x="460461" y="556355"/>
            <a:ext cx="1392902" cy="2014360"/>
          </a:xfrm>
          <a:prstGeom prst="rect">
            <a:avLst/>
          </a:prstGeom>
        </p:spPr>
      </p:pic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7B9D53AC-6E4E-2EAD-7C1C-E28155C7E098}"/>
              </a:ext>
            </a:extLst>
          </p:cNvPr>
          <p:cNvCxnSpPr/>
          <p:nvPr/>
        </p:nvCxnSpPr>
        <p:spPr>
          <a:xfrm flipH="1">
            <a:off x="1254346" y="871577"/>
            <a:ext cx="185405" cy="1406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228D78E6-3332-E225-7A15-80C8A0E1DCDB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hq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5400000">
            <a:off x="171275" y="1600995"/>
            <a:ext cx="642372" cy="642931"/>
          </a:xfrm>
          <a:prstGeom prst="rect">
            <a:avLst/>
          </a:prstGeom>
        </p:spPr>
      </p:pic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171AC15A-9D5D-4D8F-9E1F-84B39D852CE8}"/>
              </a:ext>
            </a:extLst>
          </p:cNvPr>
          <p:cNvCxnSpPr>
            <a:cxnSpLocks/>
          </p:cNvCxnSpPr>
          <p:nvPr/>
        </p:nvCxnSpPr>
        <p:spPr>
          <a:xfrm flipV="1">
            <a:off x="512783" y="1648259"/>
            <a:ext cx="0" cy="2227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5FE2EA7-9D55-E2DA-9C1D-1C5CF1AF78A5}"/>
              </a:ext>
            </a:extLst>
          </p:cNvPr>
          <p:cNvSpPr txBox="1"/>
          <p:nvPr/>
        </p:nvSpPr>
        <p:spPr>
          <a:xfrm>
            <a:off x="8690694" y="2513325"/>
            <a:ext cx="34015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" dirty="0">
                <a:latin typeface="+mn-ea"/>
              </a:rPr>
              <a:t>8/30</a:t>
            </a:r>
            <a:endParaRPr lang="ko-KR" altLang="en-US" sz="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98700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CB179C1-D2BD-FF9E-DB73-67C76E5DCF3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252538" y="366565"/>
            <a:ext cx="6847854" cy="329199"/>
          </a:xfrm>
        </p:spPr>
        <p:txBody>
          <a:bodyPr vert="horz" lIns="0" tIns="0" rIns="0" bIns="0" rtlCol="0">
            <a:noAutofit/>
          </a:bodyPr>
          <a:lstStyle/>
          <a:p>
            <a:pPr defTabSz="914400"/>
            <a:r>
              <a:rPr lang="en-US" altLang="ko-KR" sz="1800" dirty="0">
                <a:latin typeface="+mn-lt"/>
              </a:rPr>
              <a:t>TM5010 X24 GF-6 Wheel </a:t>
            </a:r>
            <a:r>
              <a:rPr lang="ko-KR" altLang="en-US" sz="1800" dirty="0">
                <a:latin typeface="+mn-lt"/>
              </a:rPr>
              <a:t>치형 깨짐 개선 대책</a:t>
            </a:r>
            <a:endParaRPr lang="en-US" altLang="ko-KR" sz="180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410D244F-CF2E-174B-3F31-7A819B986D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04" y="4803998"/>
            <a:ext cx="792088" cy="274637"/>
          </a:xfrm>
        </p:spPr>
        <p:txBody>
          <a:bodyPr/>
          <a:lstStyle/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2</a:t>
            </a:fld>
            <a:endParaRPr lang="zh-CN" altLang="en-US"/>
          </a:p>
        </p:txBody>
      </p:sp>
      <p:sp>
        <p:nvSpPr>
          <p:cNvPr id="53" name="Footer Placeholder 3">
            <a:extLst>
              <a:ext uri="{FF2B5EF4-FFF2-40B4-BE49-F238E27FC236}">
                <a16:creationId xmlns:a16="http://schemas.microsoft.com/office/drawing/2014/main" id="{8E6267B0-75B7-8932-8632-D93720EF78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818589"/>
            <a:ext cx="2895600" cy="274637"/>
          </a:xfrm>
        </p:spPr>
        <p:txBody>
          <a:bodyPr/>
          <a:lstStyle/>
          <a:p>
            <a:r>
              <a:rPr lang="en-US" altLang="zh-CN" dirty="0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 dirty="0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9" name="Rectangle 37">
            <a:extLst>
              <a:ext uri="{FF2B5EF4-FFF2-40B4-BE49-F238E27FC236}">
                <a16:creationId xmlns:a16="http://schemas.microsoft.com/office/drawing/2014/main" id="{C944869F-6584-70C5-4EC8-2C2EE74FB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309" y="760342"/>
            <a:ext cx="4980951" cy="293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유첨 </a:t>
            </a:r>
            <a:r>
              <a:rPr lang="en-US" altLang="ko-KR" sz="10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#1 – Issue Lot </a:t>
            </a:r>
            <a:r>
              <a:rPr lang="ko-KR" altLang="en-US" sz="10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분석</a:t>
            </a:r>
            <a:endParaRPr lang="en-US" altLang="ko-KR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0247D957-6CF2-8431-AB3C-1C7BE3867765}"/>
              </a:ext>
            </a:extLst>
          </p:cNvPr>
          <p:cNvCxnSpPr/>
          <p:nvPr/>
        </p:nvCxnSpPr>
        <p:spPr>
          <a:xfrm>
            <a:off x="630812" y="2072579"/>
            <a:ext cx="7848000" cy="0"/>
          </a:xfrm>
          <a:prstGeom prst="straightConnector1">
            <a:avLst/>
          </a:prstGeom>
          <a:ln w="31750">
            <a:solidFill>
              <a:schemeClr val="tx1">
                <a:lumMod val="50000"/>
                <a:lumOff val="50000"/>
              </a:schemeClr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C546719-EF2B-FAA6-697E-CA244AB743A7}"/>
              </a:ext>
            </a:extLst>
          </p:cNvPr>
          <p:cNvCxnSpPr>
            <a:cxnSpLocks/>
          </p:cNvCxnSpPr>
          <p:nvPr/>
        </p:nvCxnSpPr>
        <p:spPr>
          <a:xfrm>
            <a:off x="630812" y="1956531"/>
            <a:ext cx="0" cy="216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2CE5346-74E2-39FF-5B99-462ECC894311}"/>
              </a:ext>
            </a:extLst>
          </p:cNvPr>
          <p:cNvCxnSpPr>
            <a:cxnSpLocks/>
          </p:cNvCxnSpPr>
          <p:nvPr/>
        </p:nvCxnSpPr>
        <p:spPr>
          <a:xfrm>
            <a:off x="852623" y="1956531"/>
            <a:ext cx="0" cy="216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51F8625-712C-72E0-B04D-7A9A09DC497F}"/>
              </a:ext>
            </a:extLst>
          </p:cNvPr>
          <p:cNvCxnSpPr>
            <a:cxnSpLocks/>
          </p:cNvCxnSpPr>
          <p:nvPr/>
        </p:nvCxnSpPr>
        <p:spPr>
          <a:xfrm>
            <a:off x="1074434" y="1956531"/>
            <a:ext cx="0" cy="216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EB281DE-5383-59BE-4AF1-C5F300BB8B46}"/>
              </a:ext>
            </a:extLst>
          </p:cNvPr>
          <p:cNvCxnSpPr>
            <a:cxnSpLocks/>
          </p:cNvCxnSpPr>
          <p:nvPr/>
        </p:nvCxnSpPr>
        <p:spPr>
          <a:xfrm>
            <a:off x="6176087" y="1956531"/>
            <a:ext cx="0" cy="216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8A9411A-5572-A83C-9C68-AB21EEADD620}"/>
              </a:ext>
            </a:extLst>
          </p:cNvPr>
          <p:cNvCxnSpPr>
            <a:cxnSpLocks/>
          </p:cNvCxnSpPr>
          <p:nvPr/>
        </p:nvCxnSpPr>
        <p:spPr>
          <a:xfrm>
            <a:off x="7063331" y="1956531"/>
            <a:ext cx="0" cy="216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F8FB4DF-095D-F527-7EA1-C64E18EDBDD3}"/>
              </a:ext>
            </a:extLst>
          </p:cNvPr>
          <p:cNvCxnSpPr>
            <a:cxnSpLocks/>
          </p:cNvCxnSpPr>
          <p:nvPr/>
        </p:nvCxnSpPr>
        <p:spPr>
          <a:xfrm>
            <a:off x="7728764" y="1956531"/>
            <a:ext cx="0" cy="216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F0E95AC-33D7-CE7A-9464-63C492868F69}"/>
              </a:ext>
            </a:extLst>
          </p:cNvPr>
          <p:cNvSpPr txBox="1"/>
          <p:nvPr/>
        </p:nvSpPr>
        <p:spPr>
          <a:xfrm>
            <a:off x="518163" y="1358184"/>
            <a:ext cx="149111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dirty="0">
                <a:latin typeface="+mj-ea"/>
                <a:ea typeface="+mj-ea"/>
              </a:rPr>
              <a:t>6/5~6/8</a:t>
            </a:r>
            <a:r>
              <a:rPr lang="ko-KR" altLang="en-US" sz="900" dirty="0">
                <a:latin typeface="+mj-ea"/>
                <a:ea typeface="+mj-ea"/>
              </a:rPr>
              <a:t> </a:t>
            </a:r>
            <a:r>
              <a:rPr lang="en-US" altLang="ko-KR" sz="900" dirty="0">
                <a:latin typeface="+mj-ea"/>
                <a:ea typeface="+mj-ea"/>
              </a:rPr>
              <a:t>2</a:t>
            </a:r>
            <a:r>
              <a:rPr lang="ko-KR" altLang="en-US" sz="900" dirty="0">
                <a:latin typeface="+mj-ea"/>
                <a:ea typeface="+mj-ea"/>
              </a:rPr>
              <a:t>호기 수동 작업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AD379126-DB72-0BB7-0092-EF5A167DDC29}"/>
              </a:ext>
            </a:extLst>
          </p:cNvPr>
          <p:cNvCxnSpPr>
            <a:cxnSpLocks/>
          </p:cNvCxnSpPr>
          <p:nvPr/>
        </p:nvCxnSpPr>
        <p:spPr>
          <a:xfrm>
            <a:off x="7285142" y="1956531"/>
            <a:ext cx="0" cy="216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813D5AD-3794-3A1F-2729-9D6091D689CC}"/>
              </a:ext>
            </a:extLst>
          </p:cNvPr>
          <p:cNvCxnSpPr>
            <a:cxnSpLocks/>
          </p:cNvCxnSpPr>
          <p:nvPr/>
        </p:nvCxnSpPr>
        <p:spPr>
          <a:xfrm>
            <a:off x="5288843" y="1956531"/>
            <a:ext cx="0" cy="216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DB6E228-CB0E-2263-180D-EFD83EF95057}"/>
              </a:ext>
            </a:extLst>
          </p:cNvPr>
          <p:cNvSpPr txBox="1"/>
          <p:nvPr/>
        </p:nvSpPr>
        <p:spPr>
          <a:xfrm>
            <a:off x="514602" y="3247626"/>
            <a:ext cx="3297698" cy="1104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dirty="0">
                <a:latin typeface="+mj-ea"/>
                <a:cs typeface="Arial" panose="020B0604020202020204" pitchFamily="34" charset="0"/>
              </a:rPr>
              <a:t>- 6</a:t>
            </a:r>
            <a:r>
              <a:rPr lang="ko-KR" altLang="en-US" sz="900" dirty="0">
                <a:latin typeface="+mj-ea"/>
                <a:cs typeface="Arial" panose="020B0604020202020204" pitchFamily="34" charset="0"/>
              </a:rPr>
              <a:t>월 초 </a:t>
            </a:r>
            <a:r>
              <a:rPr lang="en-US" altLang="ko-KR" sz="900" dirty="0">
                <a:latin typeface="+mj-ea"/>
                <a:cs typeface="Arial" panose="020B0604020202020204" pitchFamily="34" charset="0"/>
              </a:rPr>
              <a:t>TPA800/1 </a:t>
            </a:r>
            <a:r>
              <a:rPr lang="ko-KR" altLang="en-US" sz="900" dirty="0">
                <a:latin typeface="+mj-ea"/>
                <a:cs typeface="Arial" panose="020B0604020202020204" pitchFamily="34" charset="0"/>
              </a:rPr>
              <a:t>펌프 문제로 설비 수리 진행</a:t>
            </a:r>
            <a:endParaRPr lang="en-US" altLang="ko-KR" sz="900" dirty="0">
              <a:latin typeface="+mj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latin typeface="+mj-ea"/>
                <a:cs typeface="Arial" panose="020B0604020202020204" pitchFamily="34" charset="0"/>
              </a:rPr>
              <a:t>  </a:t>
            </a:r>
            <a:r>
              <a:rPr lang="ko-KR" altLang="en-US" sz="900" dirty="0">
                <a:latin typeface="+mj-ea"/>
                <a:cs typeface="Arial" panose="020B0604020202020204" pitchFamily="34" charset="0"/>
              </a:rPr>
              <a:t>→ </a:t>
            </a:r>
            <a:r>
              <a:rPr lang="en-US" altLang="ko-KR" sz="900" dirty="0">
                <a:latin typeface="+mj-ea"/>
                <a:cs typeface="Arial" panose="020B0604020202020204" pitchFamily="34" charset="0"/>
              </a:rPr>
              <a:t>Issue lot</a:t>
            </a:r>
            <a:r>
              <a:rPr lang="ko-KR" altLang="en-US" sz="900" dirty="0">
                <a:latin typeface="+mj-ea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latin typeface="+mj-ea"/>
                <a:cs typeface="Arial" panose="020B0604020202020204" pitchFamily="34" charset="0"/>
              </a:rPr>
              <a:t>TPA800/2</a:t>
            </a:r>
            <a:r>
              <a:rPr lang="ko-KR" altLang="en-US" sz="900" dirty="0">
                <a:latin typeface="+mj-ea"/>
                <a:cs typeface="Arial" panose="020B0604020202020204" pitchFamily="34" charset="0"/>
              </a:rPr>
              <a:t> 수동 작업 진행 </a:t>
            </a:r>
            <a:r>
              <a:rPr lang="en-US" altLang="ko-KR" sz="900" dirty="0">
                <a:latin typeface="+mj-ea"/>
                <a:cs typeface="Arial" panose="020B0604020202020204" pitchFamily="34" charset="0"/>
              </a:rPr>
              <a:t>(6/5~6/8)</a:t>
            </a:r>
          </a:p>
          <a:p>
            <a:pPr>
              <a:lnSpc>
                <a:spcPct val="150000"/>
              </a:lnSpc>
            </a:pPr>
            <a:r>
              <a:rPr lang="en-US" altLang="ko-KR" sz="900" dirty="0">
                <a:latin typeface="+mj-ea"/>
                <a:cs typeface="Arial" panose="020B0604020202020204" pitchFamily="34" charset="0"/>
              </a:rPr>
              <a:t>   </a:t>
            </a:r>
            <a:r>
              <a:rPr lang="ko-KR" altLang="en-US" sz="900" dirty="0">
                <a:latin typeface="+mj-ea"/>
                <a:cs typeface="Arial" panose="020B0604020202020204" pitchFamily="34" charset="0"/>
              </a:rPr>
              <a:t>→ 수동 </a:t>
            </a:r>
            <a:r>
              <a:rPr lang="ko-KR" altLang="en-US" sz="900" dirty="0" err="1">
                <a:latin typeface="+mj-ea"/>
                <a:cs typeface="Arial" panose="020B0604020202020204" pitchFamily="34" charset="0"/>
              </a:rPr>
              <a:t>작업시</a:t>
            </a:r>
            <a:r>
              <a:rPr lang="ko-KR" altLang="en-US" sz="900" dirty="0">
                <a:latin typeface="+mj-ea"/>
                <a:cs typeface="Arial" panose="020B0604020202020204" pitchFamily="34" charset="0"/>
              </a:rPr>
              <a:t> 외부 충격으로 인한 치형 </a:t>
            </a:r>
            <a:r>
              <a:rPr lang="en-US" altLang="ko-KR" sz="900" dirty="0">
                <a:latin typeface="+mj-ea"/>
                <a:cs typeface="Arial" panose="020B0604020202020204" pitchFamily="34" charset="0"/>
              </a:rPr>
              <a:t>1</a:t>
            </a:r>
            <a:r>
              <a:rPr lang="ko-KR" altLang="en-US" sz="900" dirty="0">
                <a:latin typeface="+mj-ea"/>
                <a:cs typeface="Arial" panose="020B0604020202020204" pitchFamily="34" charset="0"/>
              </a:rPr>
              <a:t>개소 파손</a:t>
            </a:r>
            <a:endParaRPr lang="en-US" altLang="ko-KR" sz="900" dirty="0">
              <a:latin typeface="+mj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latin typeface="+mj-ea"/>
                <a:cs typeface="Arial" panose="020B0604020202020204" pitchFamily="34" charset="0"/>
              </a:rPr>
              <a:t>- </a:t>
            </a:r>
            <a:r>
              <a:rPr lang="ko-KR" altLang="en-US" sz="900" dirty="0">
                <a:latin typeface="+mj-ea"/>
                <a:cs typeface="Arial" panose="020B0604020202020204" pitchFamily="34" charset="0"/>
              </a:rPr>
              <a:t>외주</a:t>
            </a:r>
            <a:r>
              <a:rPr lang="en-US" altLang="ko-KR" sz="900" dirty="0">
                <a:latin typeface="+mj-ea"/>
                <a:cs typeface="Arial" panose="020B0604020202020204" pitchFamily="34" charset="0"/>
              </a:rPr>
              <a:t>, </a:t>
            </a:r>
            <a:r>
              <a:rPr lang="ko-KR" altLang="en-US" sz="900" dirty="0">
                <a:latin typeface="+mj-ea"/>
                <a:cs typeface="Arial" panose="020B0604020202020204" pitchFamily="34" charset="0"/>
              </a:rPr>
              <a:t>사내 선별 시 검출 못함 </a:t>
            </a:r>
            <a:r>
              <a:rPr lang="en-US" altLang="ko-KR" sz="900" dirty="0">
                <a:latin typeface="+mj-ea"/>
                <a:cs typeface="Arial" panose="020B0604020202020204" pitchFamily="34" charset="0"/>
              </a:rPr>
              <a:t>(</a:t>
            </a:r>
            <a:r>
              <a:rPr lang="ko-KR" altLang="en-US" sz="900" dirty="0">
                <a:latin typeface="+mj-ea"/>
                <a:cs typeface="Arial" panose="020B0604020202020204" pitchFamily="34" charset="0"/>
              </a:rPr>
              <a:t>고객 유출</a:t>
            </a:r>
            <a:r>
              <a:rPr lang="en-US" altLang="ko-KR" sz="900" dirty="0">
                <a:latin typeface="+mj-ea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900" dirty="0">
                <a:latin typeface="+mj-ea"/>
                <a:cs typeface="Arial" panose="020B0604020202020204" pitchFamily="34" charset="0"/>
              </a:rPr>
              <a:t>- </a:t>
            </a:r>
            <a:r>
              <a:rPr lang="ko-KR" altLang="en-US" sz="900" dirty="0">
                <a:latin typeface="+mj-ea"/>
                <a:cs typeface="Arial" panose="020B0604020202020204" pitchFamily="34" charset="0"/>
              </a:rPr>
              <a:t>고객 </a:t>
            </a:r>
            <a:r>
              <a:rPr lang="en-US" altLang="ko-KR" sz="900" dirty="0">
                <a:latin typeface="+mj-ea"/>
                <a:cs typeface="Arial" panose="020B0604020202020204" pitchFamily="34" charset="0"/>
              </a:rPr>
              <a:t>Line 1,832ea, </a:t>
            </a:r>
            <a:r>
              <a:rPr lang="ko-KR" altLang="en-US" sz="900" dirty="0">
                <a:latin typeface="+mj-ea"/>
                <a:cs typeface="Arial" panose="020B0604020202020204" pitchFamily="34" charset="0"/>
              </a:rPr>
              <a:t>사내</a:t>
            </a:r>
            <a:r>
              <a:rPr lang="en-US" altLang="ko-KR" sz="900" dirty="0">
                <a:latin typeface="+mj-ea"/>
                <a:cs typeface="Arial" panose="020B0604020202020204" pitchFamily="34" charset="0"/>
              </a:rPr>
              <a:t> 1,980ea</a:t>
            </a:r>
            <a:r>
              <a:rPr lang="ko-KR" altLang="en-US" sz="900" dirty="0">
                <a:latin typeface="+mj-ea"/>
                <a:cs typeface="Arial" panose="020B0604020202020204" pitchFamily="34" charset="0"/>
              </a:rPr>
              <a:t> 선별 완료 추가 불량 없음</a:t>
            </a:r>
            <a:endParaRPr lang="ko-KR" altLang="en-US" sz="900" dirty="0">
              <a:latin typeface="+mj-ea"/>
              <a:ea typeface="+mj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72F5EB15-B380-A282-9E76-F333A90A29E9}"/>
              </a:ext>
            </a:extLst>
          </p:cNvPr>
          <p:cNvCxnSpPr>
            <a:cxnSpLocks/>
          </p:cNvCxnSpPr>
          <p:nvPr/>
        </p:nvCxnSpPr>
        <p:spPr>
          <a:xfrm>
            <a:off x="1296245" y="1956531"/>
            <a:ext cx="0" cy="216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7C178E8D-0F91-7308-E66B-2DA1B618774B}"/>
              </a:ext>
            </a:extLst>
          </p:cNvPr>
          <p:cNvCxnSpPr>
            <a:cxnSpLocks/>
          </p:cNvCxnSpPr>
          <p:nvPr/>
        </p:nvCxnSpPr>
        <p:spPr>
          <a:xfrm>
            <a:off x="1518056" y="1956531"/>
            <a:ext cx="0" cy="216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54ADD543-B4C3-9429-5E19-699945AB59DE}"/>
              </a:ext>
            </a:extLst>
          </p:cNvPr>
          <p:cNvCxnSpPr>
            <a:cxnSpLocks/>
          </p:cNvCxnSpPr>
          <p:nvPr/>
        </p:nvCxnSpPr>
        <p:spPr>
          <a:xfrm>
            <a:off x="1739867" y="1956531"/>
            <a:ext cx="0" cy="216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510EF7FE-96D8-BC8E-294A-23EC487E20CB}"/>
              </a:ext>
            </a:extLst>
          </p:cNvPr>
          <p:cNvCxnSpPr>
            <a:cxnSpLocks/>
          </p:cNvCxnSpPr>
          <p:nvPr/>
        </p:nvCxnSpPr>
        <p:spPr>
          <a:xfrm>
            <a:off x="2627111" y="1956531"/>
            <a:ext cx="0" cy="216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23CC8F78-9E65-1F3F-D337-1851B53200EA}"/>
              </a:ext>
            </a:extLst>
          </p:cNvPr>
          <p:cNvCxnSpPr>
            <a:cxnSpLocks/>
          </p:cNvCxnSpPr>
          <p:nvPr/>
        </p:nvCxnSpPr>
        <p:spPr>
          <a:xfrm>
            <a:off x="3514355" y="1956531"/>
            <a:ext cx="0" cy="216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72407066-07BB-B046-5EBB-B60C808F420A}"/>
              </a:ext>
            </a:extLst>
          </p:cNvPr>
          <p:cNvCxnSpPr>
            <a:cxnSpLocks/>
          </p:cNvCxnSpPr>
          <p:nvPr/>
        </p:nvCxnSpPr>
        <p:spPr>
          <a:xfrm>
            <a:off x="4401599" y="1956531"/>
            <a:ext cx="0" cy="216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6ABD8542-6996-DBAD-DAC7-E2D24923767F}"/>
              </a:ext>
            </a:extLst>
          </p:cNvPr>
          <p:cNvCxnSpPr>
            <a:cxnSpLocks/>
          </p:cNvCxnSpPr>
          <p:nvPr/>
        </p:nvCxnSpPr>
        <p:spPr>
          <a:xfrm>
            <a:off x="7506953" y="1956531"/>
            <a:ext cx="0" cy="216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2E5627BA-E89A-4E51-F67D-B3D75D9A5BD4}"/>
              </a:ext>
            </a:extLst>
          </p:cNvPr>
          <p:cNvCxnSpPr>
            <a:cxnSpLocks/>
          </p:cNvCxnSpPr>
          <p:nvPr/>
        </p:nvCxnSpPr>
        <p:spPr>
          <a:xfrm>
            <a:off x="7950575" y="1956531"/>
            <a:ext cx="0" cy="216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B982C08A-9813-4B18-018F-E98C8CA890B4}"/>
              </a:ext>
            </a:extLst>
          </p:cNvPr>
          <p:cNvCxnSpPr>
            <a:cxnSpLocks/>
          </p:cNvCxnSpPr>
          <p:nvPr/>
        </p:nvCxnSpPr>
        <p:spPr>
          <a:xfrm>
            <a:off x="8172400" y="1956531"/>
            <a:ext cx="0" cy="216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21F9B207-54D6-1DF3-7B23-CE82B6673AE6}"/>
              </a:ext>
            </a:extLst>
          </p:cNvPr>
          <p:cNvSpPr txBox="1"/>
          <p:nvPr/>
        </p:nvSpPr>
        <p:spPr>
          <a:xfrm>
            <a:off x="4955853" y="1283660"/>
            <a:ext cx="1112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dirty="0">
                <a:latin typeface="+mj-ea"/>
                <a:ea typeface="+mj-ea"/>
              </a:rPr>
              <a:t>6/26 (</a:t>
            </a:r>
            <a:r>
              <a:rPr lang="ko-KR" altLang="en-US" sz="900" dirty="0">
                <a:latin typeface="+mj-ea"/>
                <a:ea typeface="+mj-ea"/>
              </a:rPr>
              <a:t>금</a:t>
            </a:r>
            <a:r>
              <a:rPr lang="en-US" altLang="ko-KR" sz="900" dirty="0">
                <a:latin typeface="+mj-ea"/>
                <a:ea typeface="+mj-ea"/>
              </a:rPr>
              <a:t>) </a:t>
            </a:r>
          </a:p>
          <a:p>
            <a:pPr algn="ctr"/>
            <a:r>
              <a:rPr lang="ko-KR" altLang="en-US" sz="900" dirty="0">
                <a:latin typeface="+mj-ea"/>
                <a:ea typeface="+mj-ea"/>
              </a:rPr>
              <a:t>외주 가공 후 입고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687961F-66E6-3CB5-86E8-0E74314AE311}"/>
              </a:ext>
            </a:extLst>
          </p:cNvPr>
          <p:cNvSpPr txBox="1"/>
          <p:nvPr/>
        </p:nvSpPr>
        <p:spPr>
          <a:xfrm>
            <a:off x="7456661" y="1276800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>
                <a:latin typeface="+mj-ea"/>
                <a:ea typeface="+mj-ea"/>
              </a:rPr>
              <a:t>7/7 (</a:t>
            </a:r>
            <a:r>
              <a:rPr lang="ko-KR" altLang="en-US" sz="900" dirty="0">
                <a:latin typeface="+mj-ea"/>
                <a:ea typeface="+mj-ea"/>
              </a:rPr>
              <a:t>화</a:t>
            </a:r>
            <a:r>
              <a:rPr lang="en-US" altLang="ko-KR" sz="900" dirty="0">
                <a:latin typeface="+mj-ea"/>
                <a:ea typeface="+mj-ea"/>
              </a:rPr>
              <a:t>) </a:t>
            </a:r>
          </a:p>
          <a:p>
            <a:pPr algn="ctr"/>
            <a:r>
              <a:rPr lang="ko-KR" altLang="en-US" sz="900" dirty="0">
                <a:latin typeface="+mj-ea"/>
                <a:ea typeface="+mj-ea"/>
              </a:rPr>
              <a:t>고객 </a:t>
            </a:r>
            <a:r>
              <a:rPr lang="en-US" altLang="ko-KR" sz="900" dirty="0">
                <a:latin typeface="+mj-ea"/>
                <a:ea typeface="+mj-ea"/>
              </a:rPr>
              <a:t>Issue </a:t>
            </a:r>
            <a:r>
              <a:rPr lang="ko-KR" altLang="en-US" sz="900" dirty="0">
                <a:latin typeface="+mj-ea"/>
                <a:ea typeface="+mj-ea"/>
              </a:rPr>
              <a:t>발생</a:t>
            </a:r>
          </a:p>
        </p:txBody>
      </p:sp>
      <p:sp>
        <p:nvSpPr>
          <p:cNvPr id="16" name="오른쪽 중괄호 15">
            <a:extLst>
              <a:ext uri="{FF2B5EF4-FFF2-40B4-BE49-F238E27FC236}">
                <a16:creationId xmlns:a16="http://schemas.microsoft.com/office/drawing/2014/main" id="{685DF595-A2C1-D01C-CF25-701E2B591771}"/>
              </a:ext>
            </a:extLst>
          </p:cNvPr>
          <p:cNvSpPr/>
          <p:nvPr/>
        </p:nvSpPr>
        <p:spPr>
          <a:xfrm rot="16200000">
            <a:off x="908649" y="1375479"/>
            <a:ext cx="331567" cy="887240"/>
          </a:xfrm>
          <a:prstGeom prst="rightBrac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7635E670-F1F0-23F1-03CC-DAB0E2CDDB00}"/>
              </a:ext>
            </a:extLst>
          </p:cNvPr>
          <p:cNvCxnSpPr>
            <a:cxnSpLocks/>
          </p:cNvCxnSpPr>
          <p:nvPr/>
        </p:nvCxnSpPr>
        <p:spPr>
          <a:xfrm>
            <a:off x="1961678" y="1956531"/>
            <a:ext cx="0" cy="216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6B03F901-032A-8A0D-E8FE-E550F4338D4C}"/>
              </a:ext>
            </a:extLst>
          </p:cNvPr>
          <p:cNvCxnSpPr>
            <a:cxnSpLocks/>
          </p:cNvCxnSpPr>
          <p:nvPr/>
        </p:nvCxnSpPr>
        <p:spPr>
          <a:xfrm>
            <a:off x="2183489" y="1956531"/>
            <a:ext cx="0" cy="216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88B401CB-FD21-05D3-133A-9DCD1DA31BB8}"/>
              </a:ext>
            </a:extLst>
          </p:cNvPr>
          <p:cNvCxnSpPr>
            <a:cxnSpLocks/>
          </p:cNvCxnSpPr>
          <p:nvPr/>
        </p:nvCxnSpPr>
        <p:spPr>
          <a:xfrm>
            <a:off x="2405300" y="1956531"/>
            <a:ext cx="0" cy="216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93D5A9FE-B18D-527D-CA1B-B2AC71487DE9}"/>
              </a:ext>
            </a:extLst>
          </p:cNvPr>
          <p:cNvCxnSpPr>
            <a:cxnSpLocks/>
          </p:cNvCxnSpPr>
          <p:nvPr/>
        </p:nvCxnSpPr>
        <p:spPr>
          <a:xfrm>
            <a:off x="2848922" y="1956531"/>
            <a:ext cx="0" cy="216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ED3832FE-412E-F626-17AD-19BF2E6AB24F}"/>
              </a:ext>
            </a:extLst>
          </p:cNvPr>
          <p:cNvCxnSpPr>
            <a:cxnSpLocks/>
          </p:cNvCxnSpPr>
          <p:nvPr/>
        </p:nvCxnSpPr>
        <p:spPr>
          <a:xfrm>
            <a:off x="3070733" y="1956531"/>
            <a:ext cx="0" cy="216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957D9321-1975-3822-E6CF-9CF8896EFFA5}"/>
              </a:ext>
            </a:extLst>
          </p:cNvPr>
          <p:cNvCxnSpPr>
            <a:cxnSpLocks/>
          </p:cNvCxnSpPr>
          <p:nvPr/>
        </p:nvCxnSpPr>
        <p:spPr>
          <a:xfrm>
            <a:off x="3292544" y="1956531"/>
            <a:ext cx="0" cy="216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BDB67696-C5EE-DB31-7E11-3EF161388C00}"/>
              </a:ext>
            </a:extLst>
          </p:cNvPr>
          <p:cNvCxnSpPr>
            <a:cxnSpLocks/>
          </p:cNvCxnSpPr>
          <p:nvPr/>
        </p:nvCxnSpPr>
        <p:spPr>
          <a:xfrm>
            <a:off x="3736166" y="1956531"/>
            <a:ext cx="0" cy="216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9554CED6-BBED-43F5-3E40-1BA1AFDEB441}"/>
              </a:ext>
            </a:extLst>
          </p:cNvPr>
          <p:cNvCxnSpPr>
            <a:cxnSpLocks/>
          </p:cNvCxnSpPr>
          <p:nvPr/>
        </p:nvCxnSpPr>
        <p:spPr>
          <a:xfrm>
            <a:off x="3957977" y="1956531"/>
            <a:ext cx="0" cy="216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EA6A0B02-311C-F154-4285-B62372499B06}"/>
              </a:ext>
            </a:extLst>
          </p:cNvPr>
          <p:cNvCxnSpPr>
            <a:cxnSpLocks/>
          </p:cNvCxnSpPr>
          <p:nvPr/>
        </p:nvCxnSpPr>
        <p:spPr>
          <a:xfrm>
            <a:off x="4179788" y="1956531"/>
            <a:ext cx="0" cy="216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D95F6850-E81C-2F73-E3FB-95EDFCC1AEE8}"/>
              </a:ext>
            </a:extLst>
          </p:cNvPr>
          <p:cNvCxnSpPr>
            <a:cxnSpLocks/>
          </p:cNvCxnSpPr>
          <p:nvPr/>
        </p:nvCxnSpPr>
        <p:spPr>
          <a:xfrm>
            <a:off x="4623410" y="1956531"/>
            <a:ext cx="0" cy="216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8D8EB0EA-46D5-D04F-D74D-986C72644294}"/>
              </a:ext>
            </a:extLst>
          </p:cNvPr>
          <p:cNvCxnSpPr>
            <a:cxnSpLocks/>
          </p:cNvCxnSpPr>
          <p:nvPr/>
        </p:nvCxnSpPr>
        <p:spPr>
          <a:xfrm>
            <a:off x="4845221" y="1956531"/>
            <a:ext cx="0" cy="216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8929CA51-D69E-41B0-E88D-AD1B6328DCC6}"/>
              </a:ext>
            </a:extLst>
          </p:cNvPr>
          <p:cNvCxnSpPr>
            <a:cxnSpLocks/>
          </p:cNvCxnSpPr>
          <p:nvPr/>
        </p:nvCxnSpPr>
        <p:spPr>
          <a:xfrm>
            <a:off x="5067032" y="1956531"/>
            <a:ext cx="0" cy="216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D07C4511-46CA-A323-1220-5087004F5A25}"/>
              </a:ext>
            </a:extLst>
          </p:cNvPr>
          <p:cNvCxnSpPr>
            <a:cxnSpLocks/>
          </p:cNvCxnSpPr>
          <p:nvPr/>
        </p:nvCxnSpPr>
        <p:spPr>
          <a:xfrm>
            <a:off x="5510654" y="1956531"/>
            <a:ext cx="0" cy="216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7EE84CE2-6245-2741-6325-C592C45AEA8B}"/>
              </a:ext>
            </a:extLst>
          </p:cNvPr>
          <p:cNvCxnSpPr>
            <a:cxnSpLocks/>
          </p:cNvCxnSpPr>
          <p:nvPr/>
        </p:nvCxnSpPr>
        <p:spPr>
          <a:xfrm>
            <a:off x="5732465" y="1956531"/>
            <a:ext cx="0" cy="216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88EDF7F-99E2-2FF4-407C-04D369620D56}"/>
              </a:ext>
            </a:extLst>
          </p:cNvPr>
          <p:cNvCxnSpPr>
            <a:cxnSpLocks/>
          </p:cNvCxnSpPr>
          <p:nvPr/>
        </p:nvCxnSpPr>
        <p:spPr>
          <a:xfrm>
            <a:off x="5954276" y="1956531"/>
            <a:ext cx="0" cy="216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A1CD2326-B1E4-CB0D-C08B-D632CBC1E82D}"/>
              </a:ext>
            </a:extLst>
          </p:cNvPr>
          <p:cNvCxnSpPr>
            <a:cxnSpLocks/>
          </p:cNvCxnSpPr>
          <p:nvPr/>
        </p:nvCxnSpPr>
        <p:spPr>
          <a:xfrm>
            <a:off x="6397898" y="1956531"/>
            <a:ext cx="0" cy="216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DEB76FC5-8DB2-2476-6F72-7A03CF068389}"/>
              </a:ext>
            </a:extLst>
          </p:cNvPr>
          <p:cNvCxnSpPr>
            <a:cxnSpLocks/>
          </p:cNvCxnSpPr>
          <p:nvPr/>
        </p:nvCxnSpPr>
        <p:spPr>
          <a:xfrm>
            <a:off x="6619709" y="1956531"/>
            <a:ext cx="0" cy="216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DE19999A-5639-F199-D964-A9E370FF5E1C}"/>
              </a:ext>
            </a:extLst>
          </p:cNvPr>
          <p:cNvCxnSpPr>
            <a:cxnSpLocks/>
          </p:cNvCxnSpPr>
          <p:nvPr/>
        </p:nvCxnSpPr>
        <p:spPr>
          <a:xfrm>
            <a:off x="6841520" y="1956531"/>
            <a:ext cx="0" cy="216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E3E4A62A-7769-B953-3E58-6BF7F742F61D}"/>
              </a:ext>
            </a:extLst>
          </p:cNvPr>
          <p:cNvCxnSpPr>
            <a:cxnSpLocks/>
          </p:cNvCxnSpPr>
          <p:nvPr/>
        </p:nvCxnSpPr>
        <p:spPr>
          <a:xfrm flipV="1">
            <a:off x="5510654" y="1653314"/>
            <a:ext cx="0" cy="32400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오른쪽 중괄호 64">
            <a:extLst>
              <a:ext uri="{FF2B5EF4-FFF2-40B4-BE49-F238E27FC236}">
                <a16:creationId xmlns:a16="http://schemas.microsoft.com/office/drawing/2014/main" id="{6915BAD2-3F23-CEA8-8EBC-97324BB9EA2F}"/>
              </a:ext>
            </a:extLst>
          </p:cNvPr>
          <p:cNvSpPr/>
          <p:nvPr/>
        </p:nvSpPr>
        <p:spPr>
          <a:xfrm rot="16200000">
            <a:off x="3130668" y="1594106"/>
            <a:ext cx="331567" cy="449986"/>
          </a:xfrm>
          <a:prstGeom prst="rightBrac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6E48E7B-E79C-C4F7-D1D9-E53776FDA780}"/>
              </a:ext>
            </a:extLst>
          </p:cNvPr>
          <p:cNvSpPr txBox="1"/>
          <p:nvPr/>
        </p:nvSpPr>
        <p:spPr>
          <a:xfrm>
            <a:off x="2342433" y="1358184"/>
            <a:ext cx="17107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dirty="0">
                <a:latin typeface="+mj-ea"/>
                <a:ea typeface="+mj-ea"/>
              </a:rPr>
              <a:t>6/15~6/17 </a:t>
            </a:r>
            <a:r>
              <a:rPr lang="ko-KR" altLang="en-US" sz="900" dirty="0">
                <a:latin typeface="+mj-ea"/>
                <a:ea typeface="+mj-ea"/>
              </a:rPr>
              <a:t>정형 후 외주 반출</a:t>
            </a:r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9FC4A357-AFBA-6528-687D-153F61CDAC06}"/>
              </a:ext>
            </a:extLst>
          </p:cNvPr>
          <p:cNvCxnSpPr>
            <a:cxnSpLocks/>
          </p:cNvCxnSpPr>
          <p:nvPr/>
        </p:nvCxnSpPr>
        <p:spPr>
          <a:xfrm flipV="1">
            <a:off x="6619709" y="1653314"/>
            <a:ext cx="0" cy="32400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FD79CACC-3C11-5A50-056F-FAE9105E0F08}"/>
              </a:ext>
            </a:extLst>
          </p:cNvPr>
          <p:cNvSpPr txBox="1"/>
          <p:nvPr/>
        </p:nvSpPr>
        <p:spPr>
          <a:xfrm>
            <a:off x="6276506" y="1299466"/>
            <a:ext cx="686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dirty="0">
                <a:latin typeface="+mj-ea"/>
                <a:ea typeface="+mj-ea"/>
              </a:rPr>
              <a:t>7/1 (</a:t>
            </a:r>
            <a:r>
              <a:rPr lang="ko-KR" altLang="en-US" sz="900" dirty="0">
                <a:latin typeface="+mj-ea"/>
                <a:ea typeface="+mj-ea"/>
              </a:rPr>
              <a:t>수</a:t>
            </a:r>
            <a:r>
              <a:rPr lang="en-US" altLang="ko-KR" sz="900" dirty="0">
                <a:latin typeface="+mj-ea"/>
                <a:ea typeface="+mj-ea"/>
              </a:rPr>
              <a:t>) </a:t>
            </a:r>
          </a:p>
          <a:p>
            <a:pPr algn="ctr"/>
            <a:r>
              <a:rPr lang="ko-KR" altLang="en-US" sz="900" dirty="0">
                <a:latin typeface="+mj-ea"/>
                <a:ea typeface="+mj-ea"/>
              </a:rPr>
              <a:t>고객 출하</a:t>
            </a:r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80CE809D-B4F1-BF2B-37A5-07A2F0995D06}"/>
              </a:ext>
            </a:extLst>
          </p:cNvPr>
          <p:cNvCxnSpPr>
            <a:cxnSpLocks/>
          </p:cNvCxnSpPr>
          <p:nvPr/>
        </p:nvCxnSpPr>
        <p:spPr>
          <a:xfrm flipV="1">
            <a:off x="7949745" y="1653314"/>
            <a:ext cx="0" cy="32400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B82324C1-5D99-5558-E133-72858A6F2C30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6768" y="2283941"/>
            <a:ext cx="1082035" cy="758089"/>
          </a:xfrm>
          <a:prstGeom prst="rect">
            <a:avLst/>
          </a:prstGeom>
          <a:ln>
            <a:noFill/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7FFEE39-0770-37F1-F904-6172BE9732E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30000" contras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5400000">
            <a:off x="7535146" y="2042572"/>
            <a:ext cx="827489" cy="1196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096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CB179C1-D2BD-FF9E-DB73-67C76E5DCF3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252538" y="366565"/>
            <a:ext cx="6847854" cy="329199"/>
          </a:xfrm>
        </p:spPr>
        <p:txBody>
          <a:bodyPr vert="horz" lIns="0" tIns="0" rIns="0" bIns="0" rtlCol="0">
            <a:noAutofit/>
          </a:bodyPr>
          <a:lstStyle/>
          <a:p>
            <a:pPr defTabSz="914400"/>
            <a:r>
              <a:rPr lang="en-US" altLang="ko-KR" sz="1800" dirty="0">
                <a:latin typeface="+mn-lt"/>
              </a:rPr>
              <a:t>TM5010 X24 GF-6 Wheel </a:t>
            </a:r>
            <a:r>
              <a:rPr lang="ko-KR" altLang="en-US" sz="1800" dirty="0">
                <a:latin typeface="+mn-lt"/>
              </a:rPr>
              <a:t>치형 깨짐 개선 대책</a:t>
            </a: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410D244F-CF2E-174B-3F31-7A819B986D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04" y="4803998"/>
            <a:ext cx="792088" cy="274637"/>
          </a:xfrm>
        </p:spPr>
        <p:txBody>
          <a:bodyPr/>
          <a:lstStyle/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3</a:t>
            </a:fld>
            <a:endParaRPr lang="zh-CN" altLang="en-US"/>
          </a:p>
        </p:txBody>
      </p:sp>
      <p:sp>
        <p:nvSpPr>
          <p:cNvPr id="53" name="Footer Placeholder 3">
            <a:extLst>
              <a:ext uri="{FF2B5EF4-FFF2-40B4-BE49-F238E27FC236}">
                <a16:creationId xmlns:a16="http://schemas.microsoft.com/office/drawing/2014/main" id="{8E6267B0-75B7-8932-8632-D93720EF78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818589"/>
            <a:ext cx="2895600" cy="274637"/>
          </a:xfrm>
        </p:spPr>
        <p:txBody>
          <a:bodyPr/>
          <a:lstStyle/>
          <a:p>
            <a:r>
              <a:rPr lang="en-US" altLang="zh-CN" dirty="0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 dirty="0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9" name="Rectangle 37">
            <a:extLst>
              <a:ext uri="{FF2B5EF4-FFF2-40B4-BE49-F238E27FC236}">
                <a16:creationId xmlns:a16="http://schemas.microsoft.com/office/drawing/2014/main" id="{C944869F-6584-70C5-4EC8-2C2EE74FB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309" y="760342"/>
            <a:ext cx="4980951" cy="293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유첨 </a:t>
            </a:r>
            <a:r>
              <a:rPr lang="en-US" altLang="ko-KR" sz="10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#2 – </a:t>
            </a:r>
            <a:r>
              <a:rPr lang="ko-KR" altLang="en-US" sz="1000" b="1" kern="0" dirty="0" err="1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고품</a:t>
            </a:r>
            <a:r>
              <a:rPr lang="ko-KR" altLang="en-US" sz="10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분석</a:t>
            </a:r>
            <a:endParaRPr lang="en-US" altLang="ko-KR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DB6E228-CB0E-2263-180D-EFD83EF95057}"/>
              </a:ext>
            </a:extLst>
          </p:cNvPr>
          <p:cNvSpPr txBox="1"/>
          <p:nvPr/>
        </p:nvSpPr>
        <p:spPr>
          <a:xfrm>
            <a:off x="525460" y="4181455"/>
            <a:ext cx="2478564" cy="622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latin typeface="+mj-ea"/>
                <a:ea typeface="+mj-ea"/>
              </a:rPr>
              <a:t>▶ 치형 </a:t>
            </a:r>
            <a:r>
              <a:rPr lang="en-US" altLang="ko-KR" sz="800" dirty="0">
                <a:latin typeface="+mj-ea"/>
                <a:ea typeface="+mj-ea"/>
              </a:rPr>
              <a:t>1</a:t>
            </a:r>
            <a:r>
              <a:rPr lang="ko-KR" altLang="en-US" sz="800" dirty="0">
                <a:latin typeface="+mj-ea"/>
                <a:ea typeface="+mj-ea"/>
              </a:rPr>
              <a:t>개소 깨짐</a:t>
            </a:r>
            <a:endParaRPr lang="en-US" altLang="ko-KR" sz="8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>
                <a:latin typeface="+mj-ea"/>
                <a:ea typeface="+mj-ea"/>
              </a:rPr>
              <a:t>  - </a:t>
            </a:r>
            <a:r>
              <a:rPr lang="ko-KR" altLang="en-US" sz="800" dirty="0">
                <a:latin typeface="+mj-ea"/>
                <a:ea typeface="+mj-ea"/>
              </a:rPr>
              <a:t>치골에서 </a:t>
            </a:r>
            <a:r>
              <a:rPr lang="en-US" altLang="ko-KR" sz="800" dirty="0">
                <a:latin typeface="+mj-ea"/>
                <a:ea typeface="+mj-ea"/>
              </a:rPr>
              <a:t>Sanp-ring</a:t>
            </a:r>
            <a:r>
              <a:rPr lang="ko-KR" altLang="en-US" sz="800" dirty="0">
                <a:latin typeface="+mj-ea"/>
                <a:ea typeface="+mj-ea"/>
              </a:rPr>
              <a:t>부까지 사선으로 깨짐 확인</a:t>
            </a:r>
            <a:endParaRPr lang="en-US" altLang="ko-KR" sz="8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>
                <a:latin typeface="+mj-ea"/>
                <a:ea typeface="+mj-ea"/>
              </a:rPr>
              <a:t>  - </a:t>
            </a:r>
            <a:r>
              <a:rPr lang="ko-KR" altLang="en-US" sz="800" dirty="0">
                <a:latin typeface="+mj-ea"/>
                <a:ea typeface="+mj-ea"/>
              </a:rPr>
              <a:t>치형 외측 외력에 의한 찍힘 흔적 확인</a:t>
            </a:r>
          </a:p>
        </p:txBody>
      </p:sp>
      <p:pic>
        <p:nvPicPr>
          <p:cNvPr id="71" name="그림 70">
            <a:extLst>
              <a:ext uri="{FF2B5EF4-FFF2-40B4-BE49-F238E27FC236}">
                <a16:creationId xmlns:a16="http://schemas.microsoft.com/office/drawing/2014/main" id="{46E5D1D3-6CD5-91A6-DD3B-80FBAB4B670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3041938" y="1582499"/>
            <a:ext cx="1318416" cy="948115"/>
          </a:xfrm>
          <a:prstGeom prst="rect">
            <a:avLst/>
          </a:prstGeom>
        </p:spPr>
      </p:pic>
      <p:pic>
        <p:nvPicPr>
          <p:cNvPr id="73" name="그림 72">
            <a:extLst>
              <a:ext uri="{FF2B5EF4-FFF2-40B4-BE49-F238E27FC236}">
                <a16:creationId xmlns:a16="http://schemas.microsoft.com/office/drawing/2014/main" id="{EF90FB55-D96B-C2B2-1017-BABFDA5E7CC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227088" y="2806807"/>
            <a:ext cx="948116" cy="1141238"/>
          </a:xfrm>
          <a:prstGeom prst="rect">
            <a:avLst/>
          </a:prstGeom>
        </p:spPr>
      </p:pic>
      <p:pic>
        <p:nvPicPr>
          <p:cNvPr id="77" name="그림 76">
            <a:extLst>
              <a:ext uri="{FF2B5EF4-FFF2-40B4-BE49-F238E27FC236}">
                <a16:creationId xmlns:a16="http://schemas.microsoft.com/office/drawing/2014/main" id="{228D78E6-3332-E225-7A15-80C8A0E1DCD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5400000">
            <a:off x="324774" y="1291788"/>
            <a:ext cx="2862891" cy="2865384"/>
          </a:xfrm>
          <a:prstGeom prst="rect">
            <a:avLst/>
          </a:prstGeom>
        </p:spPr>
      </p:pic>
      <p:pic>
        <p:nvPicPr>
          <p:cNvPr id="81" name="그림 80">
            <a:extLst>
              <a:ext uri="{FF2B5EF4-FFF2-40B4-BE49-F238E27FC236}">
                <a16:creationId xmlns:a16="http://schemas.microsoft.com/office/drawing/2014/main" id="{D20381C5-2386-220C-048A-5636D2C7902A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hq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30000" contras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5400000">
            <a:off x="1263857" y="1936388"/>
            <a:ext cx="1042609" cy="1507780"/>
          </a:xfrm>
          <a:prstGeom prst="rect">
            <a:avLst/>
          </a:prstGeom>
        </p:spPr>
      </p:pic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0BDF30D6-E7D4-A087-7FD5-2481B103D578}"/>
              </a:ext>
            </a:extLst>
          </p:cNvPr>
          <p:cNvCxnSpPr>
            <a:cxnSpLocks/>
          </p:cNvCxnSpPr>
          <p:nvPr/>
        </p:nvCxnSpPr>
        <p:spPr>
          <a:xfrm flipV="1">
            <a:off x="1785161" y="1491629"/>
            <a:ext cx="50535" cy="9361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A2B3D2AD-BB8D-29DA-FB39-9ED1E984938D}"/>
              </a:ext>
            </a:extLst>
          </p:cNvPr>
          <p:cNvGrpSpPr/>
          <p:nvPr/>
        </p:nvGrpSpPr>
        <p:grpSpPr>
          <a:xfrm>
            <a:off x="4420896" y="1394373"/>
            <a:ext cx="1843377" cy="1962034"/>
            <a:chOff x="4453882" y="1250358"/>
            <a:chExt cx="2005853" cy="2109928"/>
          </a:xfrm>
        </p:grpSpPr>
        <p:pic>
          <p:nvPicPr>
            <p:cNvPr id="83" name="그림 82">
              <a:extLst>
                <a:ext uri="{FF2B5EF4-FFF2-40B4-BE49-F238E27FC236}">
                  <a16:creationId xmlns:a16="http://schemas.microsoft.com/office/drawing/2014/main" id="{1B89B68C-8517-0590-171E-58231F3067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 rot="10800000">
              <a:off x="4453882" y="1250358"/>
              <a:ext cx="2005853" cy="2109928"/>
            </a:xfrm>
            <a:prstGeom prst="rect">
              <a:avLst/>
            </a:prstGeom>
          </p:spPr>
        </p:pic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114E5085-654A-30E6-5741-C53439FB7902}"/>
                </a:ext>
              </a:extLst>
            </p:cNvPr>
            <p:cNvSpPr/>
            <p:nvPr/>
          </p:nvSpPr>
          <p:spPr>
            <a:xfrm>
              <a:off x="4879145" y="1503050"/>
              <a:ext cx="94129" cy="7564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rgbClr val="FF0000">
                  <a:alpha val="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100"/>
            </a:p>
          </p:txBody>
        </p:sp>
        <p:sp>
          <p:nvSpPr>
            <p:cNvPr id="85" name="TextBox 6">
              <a:extLst>
                <a:ext uri="{FF2B5EF4-FFF2-40B4-BE49-F238E27FC236}">
                  <a16:creationId xmlns:a16="http://schemas.microsoft.com/office/drawing/2014/main" id="{AF0E4303-65FB-0723-2270-DF9B33005174}"/>
                </a:ext>
              </a:extLst>
            </p:cNvPr>
            <p:cNvSpPr txBox="1"/>
            <p:nvPr/>
          </p:nvSpPr>
          <p:spPr>
            <a:xfrm>
              <a:off x="4768201" y="1521844"/>
              <a:ext cx="480787" cy="394141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rtlCol="0" anchor="t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400" b="1">
                  <a:solidFill>
                    <a:schemeClr val="bg1"/>
                  </a:solidFill>
                </a:rPr>
                <a:t>P1</a:t>
              </a:r>
              <a:endParaRPr lang="ko-KR" altLang="en-US" sz="1400" b="1">
                <a:solidFill>
                  <a:schemeClr val="bg1"/>
                </a:solidFill>
              </a:endParaRPr>
            </a:p>
          </p:txBody>
        </p:sp>
        <p:sp>
          <p:nvSpPr>
            <p:cNvPr id="86" name="TextBox 7">
              <a:extLst>
                <a:ext uri="{FF2B5EF4-FFF2-40B4-BE49-F238E27FC236}">
                  <a16:creationId xmlns:a16="http://schemas.microsoft.com/office/drawing/2014/main" id="{48FB64AF-734A-FC75-D9C7-713F58341D35}"/>
                </a:ext>
              </a:extLst>
            </p:cNvPr>
            <p:cNvSpPr txBox="1"/>
            <p:nvPr/>
          </p:nvSpPr>
          <p:spPr>
            <a:xfrm>
              <a:off x="5844524" y="1494947"/>
              <a:ext cx="485831" cy="384054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rtlCol="0" anchor="t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400" b="1">
                  <a:solidFill>
                    <a:schemeClr val="bg1"/>
                  </a:solidFill>
                </a:rPr>
                <a:t>P3</a:t>
              </a:r>
              <a:endParaRPr lang="ko-KR" altLang="en-US" sz="1400" b="1">
                <a:solidFill>
                  <a:schemeClr val="bg1"/>
                </a:solidFill>
              </a:endParaRPr>
            </a:p>
          </p:txBody>
        </p:sp>
        <p:sp>
          <p:nvSpPr>
            <p:cNvPr id="87" name="TextBox 8">
              <a:extLst>
                <a:ext uri="{FF2B5EF4-FFF2-40B4-BE49-F238E27FC236}">
                  <a16:creationId xmlns:a16="http://schemas.microsoft.com/office/drawing/2014/main" id="{F6AF60F9-E945-110D-6C97-1FC984E50B50}"/>
                </a:ext>
              </a:extLst>
            </p:cNvPr>
            <p:cNvSpPr txBox="1"/>
            <p:nvPr/>
          </p:nvSpPr>
          <p:spPr>
            <a:xfrm>
              <a:off x="4753635" y="2065891"/>
              <a:ext cx="485829" cy="394139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rtlCol="0" anchor="t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400" b="1">
                  <a:solidFill>
                    <a:schemeClr val="bg1"/>
                  </a:solidFill>
                </a:rPr>
                <a:t>P4</a:t>
              </a:r>
              <a:endParaRPr lang="ko-KR" altLang="en-US" sz="1400" b="1">
                <a:solidFill>
                  <a:schemeClr val="bg1"/>
                </a:solidFill>
              </a:endParaRPr>
            </a:p>
          </p:txBody>
        </p:sp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CFEC7BAF-E093-4304-8D84-CEE3F58D7820}"/>
                </a:ext>
              </a:extLst>
            </p:cNvPr>
            <p:cNvSpPr/>
            <p:nvPr/>
          </p:nvSpPr>
          <p:spPr>
            <a:xfrm>
              <a:off x="4852762" y="2069669"/>
              <a:ext cx="94129" cy="80684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rgbClr val="FF0000">
                  <a:alpha val="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100"/>
            </a:p>
          </p:txBody>
        </p:sp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524FD39C-1FD7-5CC1-32A8-B827410464AA}"/>
                </a:ext>
              </a:extLst>
            </p:cNvPr>
            <p:cNvSpPr/>
            <p:nvPr/>
          </p:nvSpPr>
          <p:spPr>
            <a:xfrm>
              <a:off x="5474737" y="1450383"/>
              <a:ext cx="94130" cy="80684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rgbClr val="FF0000">
                  <a:alpha val="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100"/>
            </a:p>
          </p:txBody>
        </p:sp>
        <p:sp>
          <p:nvSpPr>
            <p:cNvPr id="91" name="타원 90">
              <a:extLst>
                <a:ext uri="{FF2B5EF4-FFF2-40B4-BE49-F238E27FC236}">
                  <a16:creationId xmlns:a16="http://schemas.microsoft.com/office/drawing/2014/main" id="{D8959E32-E44A-5F8B-2832-FBAF6A449E9A}"/>
                </a:ext>
              </a:extLst>
            </p:cNvPr>
            <p:cNvSpPr/>
            <p:nvPr/>
          </p:nvSpPr>
          <p:spPr>
            <a:xfrm>
              <a:off x="5977272" y="1478558"/>
              <a:ext cx="89087" cy="7564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rgbClr val="FF0000">
                  <a:alpha val="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100"/>
            </a:p>
          </p:txBody>
        </p:sp>
        <p:sp>
          <p:nvSpPr>
            <p:cNvPr id="92" name="TextBox 80">
              <a:extLst>
                <a:ext uri="{FF2B5EF4-FFF2-40B4-BE49-F238E27FC236}">
                  <a16:creationId xmlns:a16="http://schemas.microsoft.com/office/drawing/2014/main" id="{7E7B15AC-EBC8-2AF1-CD06-409933CB0D0F}"/>
                </a:ext>
              </a:extLst>
            </p:cNvPr>
            <p:cNvSpPr txBox="1"/>
            <p:nvPr/>
          </p:nvSpPr>
          <p:spPr>
            <a:xfrm>
              <a:off x="5354268" y="1502794"/>
              <a:ext cx="480788" cy="394141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rtlCol="0" anchor="t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400" b="1">
                  <a:solidFill>
                    <a:schemeClr val="bg1"/>
                  </a:solidFill>
                </a:rPr>
                <a:t>P2</a:t>
              </a:r>
              <a:endParaRPr lang="ko-KR" altLang="en-US" sz="1400" b="1">
                <a:solidFill>
                  <a:schemeClr val="bg1"/>
                </a:solidFill>
              </a:endParaRPr>
            </a:p>
          </p:txBody>
        </p:sp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23AF09E7-144C-447C-8E07-4671780AB9F9}"/>
                </a:ext>
              </a:extLst>
            </p:cNvPr>
            <p:cNvSpPr/>
            <p:nvPr/>
          </p:nvSpPr>
          <p:spPr>
            <a:xfrm>
              <a:off x="5357636" y="2739620"/>
              <a:ext cx="89087" cy="7564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rgbClr val="FF0000">
                  <a:alpha val="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100"/>
            </a:p>
          </p:txBody>
        </p:sp>
        <p:sp>
          <p:nvSpPr>
            <p:cNvPr id="94" name="타원 93">
              <a:extLst>
                <a:ext uri="{FF2B5EF4-FFF2-40B4-BE49-F238E27FC236}">
                  <a16:creationId xmlns:a16="http://schemas.microsoft.com/office/drawing/2014/main" id="{D380351F-00C8-49F3-97B1-646DA8A0E0B1}"/>
                </a:ext>
              </a:extLst>
            </p:cNvPr>
            <p:cNvSpPr/>
            <p:nvPr/>
          </p:nvSpPr>
          <p:spPr>
            <a:xfrm>
              <a:off x="4666794" y="2720570"/>
              <a:ext cx="89087" cy="7564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rgbClr val="FF0000">
                  <a:alpha val="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100"/>
            </a:p>
          </p:txBody>
        </p:sp>
        <p:sp>
          <p:nvSpPr>
            <p:cNvPr id="95" name="타원 94">
              <a:extLst>
                <a:ext uri="{FF2B5EF4-FFF2-40B4-BE49-F238E27FC236}">
                  <a16:creationId xmlns:a16="http://schemas.microsoft.com/office/drawing/2014/main" id="{6A90BE5C-5A82-4F8D-9E0A-45F25BDB00D3}"/>
                </a:ext>
              </a:extLst>
            </p:cNvPr>
            <p:cNvSpPr/>
            <p:nvPr/>
          </p:nvSpPr>
          <p:spPr>
            <a:xfrm>
              <a:off x="6086579" y="2739620"/>
              <a:ext cx="94130" cy="7564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rgbClr val="FF0000">
                  <a:alpha val="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100"/>
            </a:p>
          </p:txBody>
        </p:sp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89BDC40D-1126-470E-97F2-7B20B6B45F23}"/>
                </a:ext>
              </a:extLst>
            </p:cNvPr>
            <p:cNvSpPr/>
            <p:nvPr/>
          </p:nvSpPr>
          <p:spPr>
            <a:xfrm>
              <a:off x="5943704" y="2076792"/>
              <a:ext cx="89087" cy="7564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rgbClr val="FF0000">
                  <a:alpha val="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100"/>
            </a:p>
          </p:txBody>
        </p:sp>
        <p:sp>
          <p:nvSpPr>
            <p:cNvPr id="97" name="TextBox 13">
              <a:extLst>
                <a:ext uri="{FF2B5EF4-FFF2-40B4-BE49-F238E27FC236}">
                  <a16:creationId xmlns:a16="http://schemas.microsoft.com/office/drawing/2014/main" id="{8E132760-B988-4B26-81BF-C722007E67A5}"/>
                </a:ext>
              </a:extLst>
            </p:cNvPr>
            <p:cNvSpPr txBox="1"/>
            <p:nvPr/>
          </p:nvSpPr>
          <p:spPr>
            <a:xfrm>
              <a:off x="4555288" y="2741042"/>
              <a:ext cx="485830" cy="384054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rtlCol="0" anchor="t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400" b="1">
                  <a:solidFill>
                    <a:schemeClr val="bg1"/>
                  </a:solidFill>
                </a:rPr>
                <a:t>P6</a:t>
              </a:r>
              <a:endParaRPr lang="ko-KR" altLang="en-US" sz="1400" b="1">
                <a:solidFill>
                  <a:schemeClr val="bg1"/>
                </a:solidFill>
              </a:endParaRPr>
            </a:p>
          </p:txBody>
        </p:sp>
        <p:sp>
          <p:nvSpPr>
            <p:cNvPr id="98" name="TextBox 14">
              <a:extLst>
                <a:ext uri="{FF2B5EF4-FFF2-40B4-BE49-F238E27FC236}">
                  <a16:creationId xmlns:a16="http://schemas.microsoft.com/office/drawing/2014/main" id="{D78FAAAA-C723-46C1-8D12-BF71DF88D19A}"/>
                </a:ext>
              </a:extLst>
            </p:cNvPr>
            <p:cNvSpPr txBox="1"/>
            <p:nvPr/>
          </p:nvSpPr>
          <p:spPr>
            <a:xfrm>
              <a:off x="5246130" y="2769617"/>
              <a:ext cx="485831" cy="384054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rtlCol="0" anchor="t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400" b="1">
                  <a:solidFill>
                    <a:schemeClr val="bg1"/>
                  </a:solidFill>
                </a:rPr>
                <a:t>P7</a:t>
              </a:r>
              <a:endParaRPr lang="ko-KR" altLang="en-US" sz="1400" b="1">
                <a:solidFill>
                  <a:schemeClr val="bg1"/>
                </a:solidFill>
              </a:endParaRPr>
            </a:p>
          </p:txBody>
        </p:sp>
        <p:sp>
          <p:nvSpPr>
            <p:cNvPr id="99" name="TextBox 15">
              <a:extLst>
                <a:ext uri="{FF2B5EF4-FFF2-40B4-BE49-F238E27FC236}">
                  <a16:creationId xmlns:a16="http://schemas.microsoft.com/office/drawing/2014/main" id="{4ABAE88A-97C3-494C-9CB2-F692A556F9BF}"/>
                </a:ext>
              </a:extLst>
            </p:cNvPr>
            <p:cNvSpPr txBox="1"/>
            <p:nvPr/>
          </p:nvSpPr>
          <p:spPr>
            <a:xfrm>
              <a:off x="5803623" y="2135364"/>
              <a:ext cx="485831" cy="389097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rtlCol="0" anchor="t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400" b="1">
                  <a:solidFill>
                    <a:schemeClr val="bg1"/>
                  </a:solidFill>
                </a:rPr>
                <a:t>P5</a:t>
              </a:r>
              <a:endParaRPr lang="ko-KR" altLang="en-US" sz="1400" b="1">
                <a:solidFill>
                  <a:schemeClr val="bg1"/>
                </a:solidFill>
              </a:endParaRPr>
            </a:p>
          </p:txBody>
        </p:sp>
        <p:sp>
          <p:nvSpPr>
            <p:cNvPr id="100" name="TextBox 16">
              <a:extLst>
                <a:ext uri="{FF2B5EF4-FFF2-40B4-BE49-F238E27FC236}">
                  <a16:creationId xmlns:a16="http://schemas.microsoft.com/office/drawing/2014/main" id="{8C2E2F96-A9EA-4B3E-86CF-478052ADB117}"/>
                </a:ext>
              </a:extLst>
            </p:cNvPr>
            <p:cNvSpPr txBox="1"/>
            <p:nvPr/>
          </p:nvSpPr>
          <p:spPr>
            <a:xfrm>
              <a:off x="5936973" y="2750567"/>
              <a:ext cx="485831" cy="384054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rtlCol="0" anchor="t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400" b="1">
                  <a:solidFill>
                    <a:schemeClr val="bg1"/>
                  </a:solidFill>
                </a:rPr>
                <a:t>P8</a:t>
              </a:r>
              <a:endParaRPr lang="ko-KR" altLang="en-US" sz="1400" b="1">
                <a:solidFill>
                  <a:schemeClr val="bg1"/>
                </a:solidFill>
              </a:endParaRPr>
            </a:p>
          </p:txBody>
        </p:sp>
      </p:grpSp>
      <p:pic>
        <p:nvPicPr>
          <p:cNvPr id="101" name="그림 100">
            <a:extLst>
              <a:ext uri="{FF2B5EF4-FFF2-40B4-BE49-F238E27FC236}">
                <a16:creationId xmlns:a16="http://schemas.microsoft.com/office/drawing/2014/main" id="{A6C806F0-19B9-47C6-BA84-0DD589EF5F6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0168" y="1388792"/>
            <a:ext cx="2577209" cy="1962035"/>
          </a:xfrm>
          <a:prstGeom prst="rect">
            <a:avLst/>
          </a:prstGeom>
        </p:spPr>
      </p:pic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022A0E0A-E199-63D4-0289-E740D387763A}"/>
              </a:ext>
            </a:extLst>
          </p:cNvPr>
          <p:cNvCxnSpPr>
            <a:cxnSpLocks/>
          </p:cNvCxnSpPr>
          <p:nvPr/>
        </p:nvCxnSpPr>
        <p:spPr>
          <a:xfrm flipV="1">
            <a:off x="3243511" y="1611550"/>
            <a:ext cx="362615" cy="142217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37F067DB-F1EB-CD6E-4579-3540BDFC1E3B}"/>
              </a:ext>
            </a:extLst>
          </p:cNvPr>
          <p:cNvCxnSpPr>
            <a:cxnSpLocks/>
          </p:cNvCxnSpPr>
          <p:nvPr/>
        </p:nvCxnSpPr>
        <p:spPr>
          <a:xfrm flipV="1">
            <a:off x="3944902" y="3485580"/>
            <a:ext cx="0" cy="2484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19C4890A-A1B5-2D74-405A-AAE8AD9091F8}"/>
              </a:ext>
            </a:extLst>
          </p:cNvPr>
          <p:cNvCxnSpPr>
            <a:cxnSpLocks/>
          </p:cNvCxnSpPr>
          <p:nvPr/>
        </p:nvCxnSpPr>
        <p:spPr>
          <a:xfrm flipV="1">
            <a:off x="3505766" y="3356407"/>
            <a:ext cx="0" cy="2484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89110DB6-09C3-3739-FE6B-BBBE60555E0F}"/>
              </a:ext>
            </a:extLst>
          </p:cNvPr>
          <p:cNvSpPr txBox="1"/>
          <p:nvPr/>
        </p:nvSpPr>
        <p:spPr>
          <a:xfrm>
            <a:off x="3348151" y="3708480"/>
            <a:ext cx="777777" cy="2130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600" dirty="0">
                <a:highlight>
                  <a:srgbClr val="FFFF00"/>
                </a:highlight>
                <a:latin typeface="+mj-ea"/>
                <a:ea typeface="+mj-ea"/>
              </a:rPr>
              <a:t>외력에 의한 찍힘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70AD62C-8600-C264-6B82-C160581E1EB2}"/>
              </a:ext>
            </a:extLst>
          </p:cNvPr>
          <p:cNvSpPr txBox="1"/>
          <p:nvPr/>
        </p:nvSpPr>
        <p:spPr>
          <a:xfrm>
            <a:off x="3243511" y="2262385"/>
            <a:ext cx="984565" cy="3515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dirty="0">
                <a:highlight>
                  <a:srgbClr val="FFFF00"/>
                </a:highlight>
                <a:latin typeface="+mj-ea"/>
                <a:ea typeface="+mj-ea"/>
              </a:rPr>
              <a:t>치골에서 </a:t>
            </a:r>
            <a:r>
              <a:rPr lang="en-US" altLang="ko-KR" sz="600" dirty="0" err="1">
                <a:highlight>
                  <a:srgbClr val="FFFF00"/>
                </a:highlight>
                <a:latin typeface="+mj-ea"/>
                <a:ea typeface="+mj-ea"/>
              </a:rPr>
              <a:t>Snapring</a:t>
            </a:r>
            <a:r>
              <a:rPr lang="ko-KR" altLang="en-US" sz="600" dirty="0">
                <a:highlight>
                  <a:srgbClr val="FFFF00"/>
                </a:highlight>
                <a:latin typeface="+mj-ea"/>
                <a:ea typeface="+mj-ea"/>
              </a:rPr>
              <a:t>으로</a:t>
            </a:r>
            <a:endParaRPr lang="en-US" altLang="ko-KR" sz="600" dirty="0">
              <a:highlight>
                <a:srgbClr val="FFFF00"/>
              </a:highlight>
              <a:latin typeface="+mj-ea"/>
              <a:ea typeface="+mj-ea"/>
            </a:endParaRPr>
          </a:p>
          <a:p>
            <a:pPr algn="ctr">
              <a:lnSpc>
                <a:spcPct val="150000"/>
              </a:lnSpc>
            </a:pPr>
            <a:r>
              <a:rPr lang="ko-KR" altLang="en-US" sz="600" dirty="0">
                <a:highlight>
                  <a:srgbClr val="FFFF00"/>
                </a:highlight>
                <a:latin typeface="+mj-ea"/>
                <a:ea typeface="+mj-ea"/>
              </a:rPr>
              <a:t>깨짐 발생</a:t>
            </a:r>
          </a:p>
        </p:txBody>
      </p: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47BB7D5B-6A01-73CA-1B62-ABA544882836}"/>
              </a:ext>
            </a:extLst>
          </p:cNvPr>
          <p:cNvCxnSpPr/>
          <p:nvPr/>
        </p:nvCxnSpPr>
        <p:spPr>
          <a:xfrm>
            <a:off x="4283968" y="1166220"/>
            <a:ext cx="0" cy="338400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8E76ADA4-C6A7-80AC-0CC7-D1D4F3732FBE}"/>
              </a:ext>
            </a:extLst>
          </p:cNvPr>
          <p:cNvSpPr txBox="1"/>
          <p:nvPr/>
        </p:nvSpPr>
        <p:spPr>
          <a:xfrm>
            <a:off x="4384057" y="4181455"/>
            <a:ext cx="3009157" cy="437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latin typeface="+mj-ea"/>
                <a:ea typeface="+mj-ea"/>
              </a:rPr>
              <a:t>▶ </a:t>
            </a:r>
            <a:r>
              <a:rPr lang="ko-KR" altLang="en-US" sz="800" dirty="0" err="1">
                <a:latin typeface="+mj-ea"/>
                <a:ea typeface="+mj-ea"/>
              </a:rPr>
              <a:t>고품</a:t>
            </a:r>
            <a:r>
              <a:rPr lang="ko-KR" altLang="en-US" sz="800" dirty="0">
                <a:latin typeface="+mj-ea"/>
                <a:ea typeface="+mj-ea"/>
              </a:rPr>
              <a:t> </a:t>
            </a:r>
            <a:r>
              <a:rPr lang="en-US" altLang="ko-KR" sz="800" dirty="0">
                <a:latin typeface="+mj-ea"/>
                <a:ea typeface="+mj-ea"/>
              </a:rPr>
              <a:t>SEM</a:t>
            </a:r>
            <a:r>
              <a:rPr lang="ko-KR" altLang="en-US" sz="800" dirty="0">
                <a:latin typeface="+mj-ea"/>
                <a:ea typeface="+mj-ea"/>
              </a:rPr>
              <a:t> 분석 시 </a:t>
            </a:r>
            <a:r>
              <a:rPr lang="en-US" altLang="ko-KR" sz="800" dirty="0">
                <a:latin typeface="+mj-ea"/>
                <a:ea typeface="+mj-ea"/>
              </a:rPr>
              <a:t>P1~P8</a:t>
            </a:r>
            <a:r>
              <a:rPr lang="ko-KR" altLang="en-US" sz="800" dirty="0">
                <a:latin typeface="+mj-ea"/>
                <a:ea typeface="+mj-ea"/>
              </a:rPr>
              <a:t> 전구간 소결 이전 깨짐으로 확인</a:t>
            </a:r>
            <a:endParaRPr lang="en-US" altLang="ko-KR" sz="8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>
                <a:latin typeface="+mj-ea"/>
                <a:ea typeface="+mj-ea"/>
              </a:rPr>
              <a:t>    (</a:t>
            </a:r>
            <a:r>
              <a:rPr lang="ko-KR" altLang="en-US" sz="800" dirty="0">
                <a:latin typeface="+mj-ea"/>
                <a:ea typeface="+mj-ea"/>
              </a:rPr>
              <a:t>깨진 상태에서 소결 투입</a:t>
            </a:r>
            <a:r>
              <a:rPr lang="en-US" altLang="ko-KR" sz="800" dirty="0">
                <a:latin typeface="+mj-ea"/>
                <a:ea typeface="+mj-ea"/>
              </a:rPr>
              <a:t>) </a:t>
            </a:r>
            <a:endParaRPr lang="ko-KR" altLang="en-US" sz="8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93879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8504F02F-B5A4-C7AC-5653-C231214F01F9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5914"/>
          <a:stretch>
            <a:fillRect/>
          </a:stretch>
        </p:blipFill>
        <p:spPr>
          <a:xfrm>
            <a:off x="2456541" y="1875938"/>
            <a:ext cx="1814532" cy="1469070"/>
          </a:xfrm>
          <a:prstGeom prst="rect">
            <a:avLst/>
          </a:prstGeom>
        </p:spPr>
      </p:pic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CB179C1-D2BD-FF9E-DB73-67C76E5DCF3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252538" y="366565"/>
            <a:ext cx="6847854" cy="329199"/>
          </a:xfrm>
        </p:spPr>
        <p:txBody>
          <a:bodyPr vert="horz" lIns="0" tIns="0" rIns="0" bIns="0" rtlCol="0">
            <a:noAutofit/>
          </a:bodyPr>
          <a:lstStyle/>
          <a:p>
            <a:pPr defTabSz="914400"/>
            <a:r>
              <a:rPr lang="en-US" altLang="ko-KR" sz="1800" dirty="0">
                <a:latin typeface="+mn-lt"/>
              </a:rPr>
              <a:t>TM5010 X24 GF-6 Wheel </a:t>
            </a:r>
            <a:r>
              <a:rPr lang="ko-KR" altLang="en-US" sz="1800" dirty="0">
                <a:latin typeface="+mn-lt"/>
              </a:rPr>
              <a:t>치형 깨짐 개선 대책</a:t>
            </a: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410D244F-CF2E-174B-3F31-7A819B986D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04" y="4803998"/>
            <a:ext cx="792088" cy="274637"/>
          </a:xfrm>
        </p:spPr>
        <p:txBody>
          <a:bodyPr/>
          <a:lstStyle/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4</a:t>
            </a:fld>
            <a:endParaRPr lang="zh-CN" altLang="en-US"/>
          </a:p>
        </p:txBody>
      </p:sp>
      <p:sp>
        <p:nvSpPr>
          <p:cNvPr id="53" name="Footer Placeholder 3">
            <a:extLst>
              <a:ext uri="{FF2B5EF4-FFF2-40B4-BE49-F238E27FC236}">
                <a16:creationId xmlns:a16="http://schemas.microsoft.com/office/drawing/2014/main" id="{8E6267B0-75B7-8932-8632-D93720EF78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818589"/>
            <a:ext cx="2895600" cy="274637"/>
          </a:xfrm>
        </p:spPr>
        <p:txBody>
          <a:bodyPr/>
          <a:lstStyle/>
          <a:p>
            <a:r>
              <a:rPr lang="en-US" altLang="zh-CN" dirty="0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 dirty="0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9" name="Rectangle 37">
            <a:extLst>
              <a:ext uri="{FF2B5EF4-FFF2-40B4-BE49-F238E27FC236}">
                <a16:creationId xmlns:a16="http://schemas.microsoft.com/office/drawing/2014/main" id="{C944869F-6584-70C5-4EC8-2C2EE74FB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309" y="760342"/>
            <a:ext cx="4980951" cy="293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유첨 </a:t>
            </a:r>
            <a:r>
              <a:rPr lang="en-US" altLang="ko-KR" sz="10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#3 – </a:t>
            </a:r>
            <a:r>
              <a:rPr lang="ko-KR" altLang="en-US" sz="10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원인 분석</a:t>
            </a:r>
            <a:endParaRPr lang="en-US" altLang="ko-KR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DB6E228-CB0E-2263-180D-EFD83EF95057}"/>
              </a:ext>
            </a:extLst>
          </p:cNvPr>
          <p:cNvSpPr txBox="1"/>
          <p:nvPr/>
        </p:nvSpPr>
        <p:spPr>
          <a:xfrm>
            <a:off x="4385109" y="3830707"/>
            <a:ext cx="2624436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latin typeface="+mj-ea"/>
                <a:ea typeface="+mj-ea"/>
              </a:rPr>
              <a:t>▶ 치형 </a:t>
            </a:r>
            <a:r>
              <a:rPr lang="en-US" altLang="ko-KR" sz="800" dirty="0">
                <a:latin typeface="+mj-ea"/>
                <a:ea typeface="+mj-ea"/>
              </a:rPr>
              <a:t>1</a:t>
            </a:r>
            <a:r>
              <a:rPr lang="ko-KR" altLang="en-US" sz="800" dirty="0">
                <a:latin typeface="+mj-ea"/>
                <a:ea typeface="+mj-ea"/>
              </a:rPr>
              <a:t>개소 집중 충격 시 동일한 유형의 불량 발생</a:t>
            </a:r>
          </a:p>
        </p:txBody>
      </p: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47BB7D5B-6A01-73CA-1B62-ABA544882836}"/>
              </a:ext>
            </a:extLst>
          </p:cNvPr>
          <p:cNvCxnSpPr/>
          <p:nvPr/>
        </p:nvCxnSpPr>
        <p:spPr>
          <a:xfrm>
            <a:off x="4396172" y="1166220"/>
            <a:ext cx="0" cy="309600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8E76ADA4-C6A7-80AC-0CC7-D1D4F3732FBE}"/>
              </a:ext>
            </a:extLst>
          </p:cNvPr>
          <p:cNvSpPr txBox="1"/>
          <p:nvPr/>
        </p:nvSpPr>
        <p:spPr>
          <a:xfrm>
            <a:off x="599965" y="3830707"/>
            <a:ext cx="2911374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latin typeface="+mj-ea"/>
              </a:rPr>
              <a:t>▶ 성형 </a:t>
            </a:r>
            <a:r>
              <a:rPr lang="ko-KR" altLang="en-US" sz="800" dirty="0" err="1">
                <a:latin typeface="+mj-ea"/>
              </a:rPr>
              <a:t>취출품</a:t>
            </a:r>
            <a:r>
              <a:rPr lang="ko-KR" altLang="en-US" sz="800" dirty="0">
                <a:latin typeface="+mj-ea"/>
              </a:rPr>
              <a:t> 대차 적재 시</a:t>
            </a:r>
            <a:r>
              <a:rPr lang="en-US" altLang="ko-KR" sz="800" dirty="0">
                <a:latin typeface="+mj-ea"/>
              </a:rPr>
              <a:t>, </a:t>
            </a:r>
            <a:r>
              <a:rPr lang="ko-KR" altLang="en-US" sz="800" dirty="0">
                <a:latin typeface="+mj-ea"/>
              </a:rPr>
              <a:t>소결 투입 시 충격 발생 가능</a:t>
            </a:r>
            <a:endParaRPr lang="ko-KR" altLang="en-US" sz="800" dirty="0">
              <a:latin typeface="+mj-ea"/>
              <a:ea typeface="+mj-ea"/>
            </a:endParaRPr>
          </a:p>
        </p:txBody>
      </p:sp>
      <p:pic>
        <p:nvPicPr>
          <p:cNvPr id="116" name="그림 115">
            <a:extLst>
              <a:ext uri="{FF2B5EF4-FFF2-40B4-BE49-F238E27FC236}">
                <a16:creationId xmlns:a16="http://schemas.microsoft.com/office/drawing/2014/main" id="{1CF4C1B4-0213-75E8-9125-746C257C44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724054" y="1751554"/>
            <a:ext cx="1588194" cy="1653252"/>
          </a:xfrm>
          <a:prstGeom prst="rect">
            <a:avLst/>
          </a:prstGeom>
        </p:spPr>
      </p:pic>
      <p:sp>
        <p:nvSpPr>
          <p:cNvPr id="117" name="폭발: 8pt 116">
            <a:extLst>
              <a:ext uri="{FF2B5EF4-FFF2-40B4-BE49-F238E27FC236}">
                <a16:creationId xmlns:a16="http://schemas.microsoft.com/office/drawing/2014/main" id="{BE9FBB9B-2833-2246-B970-899DD9C403FF}"/>
              </a:ext>
            </a:extLst>
          </p:cNvPr>
          <p:cNvSpPr/>
          <p:nvPr/>
        </p:nvSpPr>
        <p:spPr>
          <a:xfrm>
            <a:off x="6185058" y="2450611"/>
            <a:ext cx="210162" cy="242277"/>
          </a:xfrm>
          <a:prstGeom prst="irregularSeal1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37">
            <a:extLst>
              <a:ext uri="{FF2B5EF4-FFF2-40B4-BE49-F238E27FC236}">
                <a16:creationId xmlns:a16="http://schemas.microsoft.com/office/drawing/2014/main" id="{CB0CC7B2-0DBF-F066-7E1B-10AEF4B07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2206" y="2197400"/>
            <a:ext cx="513741" cy="253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kern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충격</a:t>
            </a:r>
            <a:endParaRPr lang="en-US" altLang="ko-KR" sz="700" b="1" dirty="0">
              <a:highlight>
                <a:srgbClr val="FFFF00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20" name="그림 119">
            <a:extLst>
              <a:ext uri="{FF2B5EF4-FFF2-40B4-BE49-F238E27FC236}">
                <a16:creationId xmlns:a16="http://schemas.microsoft.com/office/drawing/2014/main" id="{5D939EA7-CF58-004B-FC4F-B82100FB749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20317" y="1784084"/>
            <a:ext cx="1626871" cy="1588194"/>
          </a:xfrm>
          <a:prstGeom prst="rect">
            <a:avLst/>
          </a:prstGeom>
        </p:spPr>
      </p:pic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F1B319C6-6264-D17C-D762-2BFE2EA0EB79}"/>
              </a:ext>
            </a:extLst>
          </p:cNvPr>
          <p:cNvCxnSpPr>
            <a:cxnSpLocks/>
          </p:cNvCxnSpPr>
          <p:nvPr/>
        </p:nvCxnSpPr>
        <p:spPr>
          <a:xfrm flipV="1">
            <a:off x="598242" y="1482250"/>
            <a:ext cx="7920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41172D1-4555-9D53-16E3-A88864927C1A}"/>
              </a:ext>
            </a:extLst>
          </p:cNvPr>
          <p:cNvSpPr txBox="1"/>
          <p:nvPr/>
        </p:nvSpPr>
        <p:spPr>
          <a:xfrm>
            <a:off x="1509703" y="1158119"/>
            <a:ext cx="1739579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>
                <a:latin typeface="+mj-ea"/>
                <a:ea typeface="+mj-ea"/>
              </a:rPr>
              <a:t>수동 작업 시 충격 발생 가능 요소</a:t>
            </a:r>
            <a:endParaRPr lang="ko-KR" altLang="en-US" sz="800" dirty="0">
              <a:latin typeface="+mj-ea"/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4CA63D-B15E-7BF5-73CE-072CC7AE7FB3}"/>
              </a:ext>
            </a:extLst>
          </p:cNvPr>
          <p:cNvSpPr txBox="1"/>
          <p:nvPr/>
        </p:nvSpPr>
        <p:spPr>
          <a:xfrm>
            <a:off x="6019800" y="1182384"/>
            <a:ext cx="857927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latin typeface="+mj-ea"/>
                <a:ea typeface="+mj-ea"/>
              </a:rPr>
              <a:t>재현 </a:t>
            </a:r>
            <a:r>
              <a:rPr lang="en-US" altLang="ko-KR" sz="800" dirty="0">
                <a:latin typeface="+mj-ea"/>
                <a:ea typeface="+mj-ea"/>
              </a:rPr>
              <a:t>Test </a:t>
            </a:r>
            <a:r>
              <a:rPr lang="ko-KR" altLang="en-US" sz="800" dirty="0">
                <a:latin typeface="+mj-ea"/>
                <a:ea typeface="+mj-ea"/>
              </a:rPr>
              <a:t>결과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E091D4F-0797-4B0B-5C47-8086CAD67C9C}"/>
              </a:ext>
            </a:extLst>
          </p:cNvPr>
          <p:cNvCxnSpPr>
            <a:cxnSpLocks/>
          </p:cNvCxnSpPr>
          <p:nvPr/>
        </p:nvCxnSpPr>
        <p:spPr>
          <a:xfrm flipV="1">
            <a:off x="598242" y="3651870"/>
            <a:ext cx="7920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925E3D7E-2071-902F-3284-C7F66E894EA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8194" y="1875938"/>
            <a:ext cx="1754829" cy="146907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F4AABCB-1E20-5D75-7D3E-7A25BD9773BB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hq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30000" contras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6200000">
            <a:off x="7953520" y="-190069"/>
            <a:ext cx="955567" cy="1381903"/>
          </a:xfrm>
          <a:prstGeom prst="rect">
            <a:avLst/>
          </a:prstGeom>
        </p:spPr>
      </p:pic>
      <p:sp>
        <p:nvSpPr>
          <p:cNvPr id="8" name="폭발: 8pt 7">
            <a:extLst>
              <a:ext uri="{FF2B5EF4-FFF2-40B4-BE49-F238E27FC236}">
                <a16:creationId xmlns:a16="http://schemas.microsoft.com/office/drawing/2014/main" id="{A6BAD437-9151-99C6-2FA8-A9931B18C665}"/>
              </a:ext>
            </a:extLst>
          </p:cNvPr>
          <p:cNvSpPr/>
          <p:nvPr/>
        </p:nvSpPr>
        <p:spPr>
          <a:xfrm>
            <a:off x="2700507" y="2286880"/>
            <a:ext cx="528774" cy="396630"/>
          </a:xfrm>
          <a:prstGeom prst="irregularSeal1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폭발: 8pt 9">
            <a:extLst>
              <a:ext uri="{FF2B5EF4-FFF2-40B4-BE49-F238E27FC236}">
                <a16:creationId xmlns:a16="http://schemas.microsoft.com/office/drawing/2014/main" id="{D49157D1-0525-C99F-D24F-D7311C0AD7E9}"/>
              </a:ext>
            </a:extLst>
          </p:cNvPr>
          <p:cNvSpPr/>
          <p:nvPr/>
        </p:nvSpPr>
        <p:spPr>
          <a:xfrm>
            <a:off x="905221" y="2245885"/>
            <a:ext cx="417937" cy="390696"/>
          </a:xfrm>
          <a:prstGeom prst="irregularSeal1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014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CB179C1-D2BD-FF9E-DB73-67C76E5DCF3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252538" y="366565"/>
            <a:ext cx="6847854" cy="329199"/>
          </a:xfrm>
        </p:spPr>
        <p:txBody>
          <a:bodyPr vert="horz" lIns="0" tIns="0" rIns="0" bIns="0" rtlCol="0">
            <a:noAutofit/>
          </a:bodyPr>
          <a:lstStyle/>
          <a:p>
            <a:pPr defTabSz="914400"/>
            <a:r>
              <a:rPr lang="en-US" altLang="ko-KR" sz="1800" dirty="0">
                <a:latin typeface="+mn-lt"/>
              </a:rPr>
              <a:t>TM5010 X24 GF-6 Wheel </a:t>
            </a:r>
            <a:r>
              <a:rPr lang="ko-KR" altLang="en-US" sz="1800" dirty="0">
                <a:latin typeface="+mn-lt"/>
              </a:rPr>
              <a:t>치형 깨짐 개선 대책</a:t>
            </a: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410D244F-CF2E-174B-3F31-7A819B986D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04" y="4803998"/>
            <a:ext cx="792088" cy="274637"/>
          </a:xfrm>
        </p:spPr>
        <p:txBody>
          <a:bodyPr/>
          <a:lstStyle/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5</a:t>
            </a:fld>
            <a:endParaRPr lang="zh-CN" altLang="en-US"/>
          </a:p>
        </p:txBody>
      </p:sp>
      <p:sp>
        <p:nvSpPr>
          <p:cNvPr id="53" name="Footer Placeholder 3">
            <a:extLst>
              <a:ext uri="{FF2B5EF4-FFF2-40B4-BE49-F238E27FC236}">
                <a16:creationId xmlns:a16="http://schemas.microsoft.com/office/drawing/2014/main" id="{8E6267B0-75B7-8932-8632-D93720EF78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818589"/>
            <a:ext cx="2895600" cy="274637"/>
          </a:xfrm>
        </p:spPr>
        <p:txBody>
          <a:bodyPr/>
          <a:lstStyle/>
          <a:p>
            <a:r>
              <a:rPr lang="en-US" altLang="zh-CN" dirty="0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 dirty="0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9" name="Rectangle 37">
            <a:extLst>
              <a:ext uri="{FF2B5EF4-FFF2-40B4-BE49-F238E27FC236}">
                <a16:creationId xmlns:a16="http://schemas.microsoft.com/office/drawing/2014/main" id="{C944869F-6584-70C5-4EC8-2C2EE74FB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309" y="760342"/>
            <a:ext cx="4980951" cy="293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유첨 </a:t>
            </a:r>
            <a:r>
              <a:rPr lang="en-US" altLang="ko-KR" sz="10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#4 – </a:t>
            </a:r>
            <a:r>
              <a:rPr lang="ko-KR" altLang="en-US" sz="10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개선 대책</a:t>
            </a:r>
            <a:endParaRPr lang="en-US" altLang="ko-KR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DC6CD609-7B92-E8F2-8F10-E4F8B41FE244}"/>
              </a:ext>
            </a:extLst>
          </p:cNvPr>
          <p:cNvCxnSpPr/>
          <p:nvPr/>
        </p:nvCxnSpPr>
        <p:spPr>
          <a:xfrm flipV="1">
            <a:off x="612440" y="1482250"/>
            <a:ext cx="7920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F1B5A15D-13D8-AFF2-5785-821404061F5C}"/>
              </a:ext>
            </a:extLst>
          </p:cNvPr>
          <p:cNvCxnSpPr/>
          <p:nvPr/>
        </p:nvCxnSpPr>
        <p:spPr>
          <a:xfrm flipV="1">
            <a:off x="612440" y="2995549"/>
            <a:ext cx="7920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6471531E-E85B-F857-D7FF-1B858DF704A6}"/>
              </a:ext>
            </a:extLst>
          </p:cNvPr>
          <p:cNvCxnSpPr/>
          <p:nvPr/>
        </p:nvCxnSpPr>
        <p:spPr>
          <a:xfrm>
            <a:off x="1404528" y="1166220"/>
            <a:ext cx="0" cy="338400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62246AD4-8534-1710-FD1D-C74D3A6A1672}"/>
              </a:ext>
            </a:extLst>
          </p:cNvPr>
          <p:cNvCxnSpPr/>
          <p:nvPr/>
        </p:nvCxnSpPr>
        <p:spPr>
          <a:xfrm>
            <a:off x="3833240" y="1166220"/>
            <a:ext cx="0" cy="338400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F5D98BDE-8E61-DB77-47A3-47B72ECF2C4C}"/>
              </a:ext>
            </a:extLst>
          </p:cNvPr>
          <p:cNvSpPr txBox="1"/>
          <p:nvPr/>
        </p:nvSpPr>
        <p:spPr>
          <a:xfrm>
            <a:off x="2338359" y="1193680"/>
            <a:ext cx="5709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>
                <a:latin typeface="+mj-ea"/>
                <a:ea typeface="+mj-ea"/>
              </a:rPr>
              <a:t>개선 전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B910A777-A310-95A2-CBCC-98FF409963F8}"/>
              </a:ext>
            </a:extLst>
          </p:cNvPr>
          <p:cNvSpPr txBox="1"/>
          <p:nvPr/>
        </p:nvSpPr>
        <p:spPr>
          <a:xfrm>
            <a:off x="4568913" y="1193680"/>
            <a:ext cx="5709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>
                <a:latin typeface="+mj-ea"/>
                <a:ea typeface="+mj-ea"/>
              </a:rPr>
              <a:t>개선 후</a:t>
            </a:r>
          </a:p>
        </p:txBody>
      </p: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8B2CEC95-5E39-9DC6-52E5-9A16FD32D0E5}"/>
              </a:ext>
            </a:extLst>
          </p:cNvPr>
          <p:cNvCxnSpPr/>
          <p:nvPr/>
        </p:nvCxnSpPr>
        <p:spPr>
          <a:xfrm>
            <a:off x="5868144" y="1166220"/>
            <a:ext cx="0" cy="338400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C7509111-4174-75EF-4385-1D2BB0705092}"/>
              </a:ext>
            </a:extLst>
          </p:cNvPr>
          <p:cNvSpPr txBox="1"/>
          <p:nvPr/>
        </p:nvSpPr>
        <p:spPr>
          <a:xfrm>
            <a:off x="550797" y="2058789"/>
            <a:ext cx="766557" cy="6887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00" b="1" dirty="0">
                <a:latin typeface="+mj-ea"/>
                <a:ea typeface="+mj-ea"/>
              </a:rPr>
              <a:t>성형</a:t>
            </a:r>
            <a:r>
              <a:rPr lang="en-US" altLang="ko-KR" sz="900" b="1" dirty="0">
                <a:latin typeface="+mj-ea"/>
                <a:ea typeface="+mj-ea"/>
              </a:rPr>
              <a:t>1</a:t>
            </a:r>
            <a:r>
              <a:rPr lang="ko-KR" altLang="en-US" sz="900" b="1" dirty="0">
                <a:latin typeface="+mj-ea"/>
                <a:ea typeface="+mj-ea"/>
              </a:rPr>
              <a:t>호기</a:t>
            </a:r>
            <a:endParaRPr lang="en-US" altLang="ko-KR" sz="900" b="1" dirty="0">
              <a:latin typeface="+mj-ea"/>
              <a:ea typeface="+mj-ea"/>
            </a:endParaRPr>
          </a:p>
          <a:p>
            <a:pPr algn="ctr">
              <a:lnSpc>
                <a:spcPct val="150000"/>
              </a:lnSpc>
            </a:pPr>
            <a:r>
              <a:rPr lang="en-US" altLang="ko-KR" sz="900" b="1" dirty="0">
                <a:latin typeface="+mj-ea"/>
                <a:ea typeface="+mj-ea"/>
              </a:rPr>
              <a:t>Full</a:t>
            </a:r>
            <a:r>
              <a:rPr lang="ko-KR" altLang="en-US" sz="900" b="1" dirty="0">
                <a:latin typeface="+mj-ea"/>
                <a:ea typeface="+mj-ea"/>
              </a:rPr>
              <a:t> 자동화</a:t>
            </a:r>
            <a:endParaRPr lang="en-US" altLang="ko-KR" sz="900" b="1" dirty="0">
              <a:latin typeface="+mj-ea"/>
              <a:ea typeface="+mj-ea"/>
            </a:endParaRPr>
          </a:p>
          <a:p>
            <a:pPr algn="ctr">
              <a:lnSpc>
                <a:spcPct val="150000"/>
              </a:lnSpc>
            </a:pPr>
            <a:r>
              <a:rPr lang="ko-KR" altLang="en-US" sz="900" b="1" dirty="0">
                <a:latin typeface="+mj-ea"/>
                <a:ea typeface="+mj-ea"/>
              </a:rPr>
              <a:t>운영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0DDDD7BA-BB20-C75D-F9D9-4293B5EE6076}"/>
              </a:ext>
            </a:extLst>
          </p:cNvPr>
          <p:cNvSpPr txBox="1"/>
          <p:nvPr/>
        </p:nvSpPr>
        <p:spPr>
          <a:xfrm>
            <a:off x="537972" y="3352378"/>
            <a:ext cx="792205" cy="4810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latin typeface="+mj-ea"/>
                <a:ea typeface="+mj-ea"/>
              </a:rPr>
              <a:t>TPA1200T</a:t>
            </a:r>
          </a:p>
          <a:p>
            <a:pPr algn="ctr">
              <a:lnSpc>
                <a:spcPct val="150000"/>
              </a:lnSpc>
            </a:pPr>
            <a:r>
              <a:rPr lang="en-US" altLang="ko-KR" sz="900" b="1" dirty="0">
                <a:latin typeface="+mj-ea"/>
                <a:ea typeface="+mj-ea"/>
              </a:rPr>
              <a:t>Vision</a:t>
            </a:r>
            <a:r>
              <a:rPr lang="ko-KR" altLang="en-US" sz="900" b="1" dirty="0">
                <a:latin typeface="+mj-ea"/>
                <a:ea typeface="+mj-ea"/>
              </a:rPr>
              <a:t> 적용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6015747-4404-F984-EFE4-3CD109D30535}"/>
              </a:ext>
            </a:extLst>
          </p:cNvPr>
          <p:cNvSpPr txBox="1"/>
          <p:nvPr/>
        </p:nvSpPr>
        <p:spPr>
          <a:xfrm>
            <a:off x="7183347" y="1193680"/>
            <a:ext cx="4154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>
                <a:latin typeface="+mj-ea"/>
                <a:ea typeface="+mj-ea"/>
              </a:rPr>
              <a:t>설명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C172F91E-514E-8F94-68D3-B54634E23BC5}"/>
              </a:ext>
            </a:extLst>
          </p:cNvPr>
          <p:cNvSpPr txBox="1"/>
          <p:nvPr/>
        </p:nvSpPr>
        <p:spPr>
          <a:xfrm>
            <a:off x="5868144" y="1546597"/>
            <a:ext cx="2707793" cy="622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latin typeface="+mj-ea"/>
              </a:rPr>
              <a:t>▶ 수동 </a:t>
            </a:r>
            <a:r>
              <a:rPr lang="ko-KR" altLang="en-US" sz="800" dirty="0" err="1">
                <a:latin typeface="+mj-ea"/>
              </a:rPr>
              <a:t>장입</a:t>
            </a:r>
            <a:r>
              <a:rPr lang="ko-KR" altLang="en-US" sz="800" dirty="0">
                <a:latin typeface="+mj-ea"/>
              </a:rPr>
              <a:t> → 자동 </a:t>
            </a:r>
            <a:r>
              <a:rPr lang="ko-KR" altLang="en-US" sz="800" dirty="0" err="1">
                <a:latin typeface="+mj-ea"/>
              </a:rPr>
              <a:t>장입</a:t>
            </a:r>
            <a:endParaRPr lang="en-US" altLang="ko-KR" sz="800" dirty="0"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+mj-ea"/>
              </a:rPr>
              <a:t>▶ 임시</a:t>
            </a:r>
            <a:r>
              <a:rPr lang="en-US" altLang="ko-KR" sz="800" dirty="0">
                <a:latin typeface="+mj-ea"/>
              </a:rPr>
              <a:t> </a:t>
            </a:r>
            <a:r>
              <a:rPr lang="ko-KR" altLang="en-US" sz="800" dirty="0">
                <a:latin typeface="+mj-ea"/>
              </a:rPr>
              <a:t>수동</a:t>
            </a:r>
            <a:r>
              <a:rPr lang="en-US" altLang="ko-KR" sz="800" dirty="0">
                <a:latin typeface="+mj-ea"/>
              </a:rPr>
              <a:t> </a:t>
            </a:r>
            <a:r>
              <a:rPr lang="ko-KR" altLang="en-US" sz="800" dirty="0" err="1">
                <a:latin typeface="+mj-ea"/>
              </a:rPr>
              <a:t>장입</a:t>
            </a:r>
            <a:r>
              <a:rPr lang="ko-KR" altLang="en-US" sz="800" dirty="0">
                <a:latin typeface="+mj-ea"/>
              </a:rPr>
              <a:t> 시 취급 주의 작업자 교육 진행 완료</a:t>
            </a:r>
            <a:endParaRPr lang="en-US" altLang="ko-KR" sz="800" dirty="0">
              <a:latin typeface="+mj-ea"/>
            </a:endParaRPr>
          </a:p>
          <a:p>
            <a:pPr>
              <a:lnSpc>
                <a:spcPct val="150000"/>
              </a:lnSpc>
            </a:pPr>
            <a:endParaRPr lang="ko-KR" altLang="en-US" sz="800" dirty="0">
              <a:latin typeface="+mj-ea"/>
              <a:ea typeface="+mj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B4AC889-E8CE-D908-8F98-3EB2D64338A7}"/>
              </a:ext>
            </a:extLst>
          </p:cNvPr>
          <p:cNvSpPr txBox="1"/>
          <p:nvPr/>
        </p:nvSpPr>
        <p:spPr>
          <a:xfrm>
            <a:off x="5868144" y="3053348"/>
            <a:ext cx="2468946" cy="807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latin typeface="+mj-ea"/>
                <a:ea typeface="+mj-ea"/>
              </a:rPr>
              <a:t>▶ 육안 선별 → </a:t>
            </a:r>
            <a:r>
              <a:rPr lang="en-US" altLang="ko-KR" sz="800" dirty="0">
                <a:latin typeface="+mj-ea"/>
                <a:ea typeface="+mj-ea"/>
              </a:rPr>
              <a:t>Vision </a:t>
            </a:r>
            <a:r>
              <a:rPr lang="ko-KR" altLang="en-US" sz="800" dirty="0">
                <a:latin typeface="+mj-ea"/>
                <a:ea typeface="+mj-ea"/>
              </a:rPr>
              <a:t>선별</a:t>
            </a:r>
            <a:endParaRPr lang="en-US" altLang="ko-KR" sz="8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+mj-ea"/>
              </a:rPr>
              <a:t>▶ 임시</a:t>
            </a:r>
            <a:r>
              <a:rPr lang="en-US" altLang="ko-KR" sz="800" dirty="0">
                <a:latin typeface="+mj-ea"/>
              </a:rPr>
              <a:t> </a:t>
            </a:r>
            <a:r>
              <a:rPr lang="ko-KR" altLang="en-US" sz="800" dirty="0">
                <a:latin typeface="+mj-ea"/>
              </a:rPr>
              <a:t>육안 선별 시 작업자 교육 진행 완료</a:t>
            </a:r>
            <a:endParaRPr lang="en-US" altLang="ko-KR" sz="800" dirty="0"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+mj-ea"/>
              </a:rPr>
              <a:t>▶ </a:t>
            </a:r>
            <a:r>
              <a:rPr kumimoji="1" lang="en-US" altLang="ko-KR" sz="800" dirty="0">
                <a:latin typeface="+mj-ea"/>
              </a:rPr>
              <a:t>200% </a:t>
            </a:r>
            <a:r>
              <a:rPr kumimoji="1" lang="ko-KR" altLang="en-US" sz="800" dirty="0">
                <a:latin typeface="+mj-ea"/>
              </a:rPr>
              <a:t>선별 진행</a:t>
            </a:r>
            <a:r>
              <a:rPr kumimoji="1" lang="en-US" altLang="ko-KR" sz="800" dirty="0">
                <a:latin typeface="+mj-ea"/>
              </a:rPr>
              <a:t> </a:t>
            </a:r>
            <a:r>
              <a:rPr kumimoji="1" lang="ko-KR" altLang="en-US" sz="800" dirty="0">
                <a:latin typeface="+mj-ea"/>
              </a:rPr>
              <a:t>후 </a:t>
            </a:r>
            <a:r>
              <a:rPr kumimoji="1" lang="en-US" altLang="ko-KR" sz="800" dirty="0">
                <a:latin typeface="+mj-ea"/>
              </a:rPr>
              <a:t>GP12 </a:t>
            </a:r>
            <a:r>
              <a:rPr kumimoji="1" lang="ko-KR" altLang="en-US" sz="800" dirty="0" err="1">
                <a:latin typeface="+mj-ea"/>
              </a:rPr>
              <a:t>스티컹</a:t>
            </a:r>
            <a:r>
              <a:rPr kumimoji="1" lang="ko-KR" altLang="en-US" sz="800" dirty="0">
                <a:latin typeface="+mj-ea"/>
              </a:rPr>
              <a:t> 부착 </a:t>
            </a:r>
            <a:r>
              <a:rPr kumimoji="1" lang="en-US" altLang="ko-KR" sz="800" dirty="0">
                <a:latin typeface="+mj-ea"/>
              </a:rPr>
              <a:t>(1</a:t>
            </a:r>
            <a:r>
              <a:rPr kumimoji="1" lang="ko-KR" altLang="en-US" sz="800" dirty="0">
                <a:latin typeface="+mj-ea"/>
              </a:rPr>
              <a:t>개월</a:t>
            </a:r>
            <a:r>
              <a:rPr kumimoji="1" lang="en-US" altLang="ko-KR" sz="800" dirty="0">
                <a:latin typeface="+mj-ea"/>
              </a:rPr>
              <a:t>)</a:t>
            </a:r>
            <a:endParaRPr lang="en-US" altLang="ko-KR" sz="800" dirty="0">
              <a:latin typeface="+mj-ea"/>
            </a:endParaRPr>
          </a:p>
          <a:p>
            <a:pPr>
              <a:lnSpc>
                <a:spcPct val="150000"/>
              </a:lnSpc>
            </a:pP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5F45FCD-48BE-B502-3BB7-AB86BB3705A0}"/>
              </a:ext>
            </a:extLst>
          </p:cNvPr>
          <p:cNvPicPr>
            <a:picLocks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56671" y="1529583"/>
            <a:ext cx="1764000" cy="1404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1498C7B-E71F-9ECB-D8C6-BEE2C2452A0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956671" y="3065348"/>
            <a:ext cx="1764000" cy="14040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0B3A7EC-12BA-9B84-8AFE-5C184578831B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8337" y="1529583"/>
            <a:ext cx="1764000" cy="1404000"/>
          </a:xfrm>
          <a:prstGeom prst="rect">
            <a:avLst/>
          </a:prstGeom>
          <a:ln>
            <a:noFill/>
          </a:ln>
        </p:spPr>
      </p:pic>
      <p:pic>
        <p:nvPicPr>
          <p:cNvPr id="5" name="Picture 253">
            <a:extLst>
              <a:ext uri="{FF2B5EF4-FFF2-40B4-BE49-F238E27FC236}">
                <a16:creationId xmlns:a16="http://schemas.microsoft.com/office/drawing/2014/main" id="{00000000-0008-0000-0000-000095C10000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98337" y="3065348"/>
            <a:ext cx="1764000" cy="14040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4110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40758</TotalTime>
  <Words>665</Words>
  <Application>Microsoft Office PowerPoint</Application>
  <PresentationFormat>화면 슬라이드 쇼(16:9)</PresentationFormat>
  <Paragraphs>165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Arial Unicode MS</vt:lpstr>
      <vt:lpstr>맑은 고딕</vt:lpstr>
      <vt:lpstr>Arial</vt:lpstr>
      <vt:lpstr>Calibri</vt:lpstr>
      <vt:lpstr>Calibri Light</vt:lpstr>
      <vt:lpstr>Wingdings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jisun</dc:creator>
  <cp:lastModifiedBy>Yonghyun Sung</cp:lastModifiedBy>
  <cp:revision>2502</cp:revision>
  <cp:lastPrinted>2026-03-26T05:32:15Z</cp:lastPrinted>
  <dcterms:created xsi:type="dcterms:W3CDTF">2013-11-06T01:35:41Z</dcterms:created>
  <dcterms:modified xsi:type="dcterms:W3CDTF">2026-07-13T03:56:00Z</dcterms:modified>
</cp:coreProperties>
</file>