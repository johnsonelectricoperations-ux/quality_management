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6" r:id="rId1"/>
  </p:sldMasterIdLst>
  <p:notesMasterIdLst>
    <p:notesMasterId r:id="rId5"/>
  </p:notesMasterIdLst>
  <p:handoutMasterIdLst>
    <p:handoutMasterId r:id="rId6"/>
  </p:handoutMasterIdLst>
  <p:sldIdLst>
    <p:sldId id="8086" r:id="rId2"/>
    <p:sldId id="8110" r:id="rId3"/>
    <p:sldId id="8111" r:id="rId4"/>
  </p:sldIdLst>
  <p:sldSz cx="9144000" cy="5143500" type="screen16x9"/>
  <p:notesSz cx="6792913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4">
          <p15:clr>
            <a:srgbClr val="A4A3A4"/>
          </p15:clr>
        </p15:guide>
        <p15:guide id="2" pos="3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6" userDrawn="1">
          <p15:clr>
            <a:srgbClr val="A4A3A4"/>
          </p15:clr>
        </p15:guide>
        <p15:guide id="3" orient="horz" pos="3126" userDrawn="1">
          <p15:clr>
            <a:srgbClr val="A4A3A4"/>
          </p15:clr>
        </p15:guide>
        <p15:guide id="4" pos="214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FF"/>
    <a:srgbClr val="164194"/>
    <a:srgbClr val="9966FF"/>
    <a:srgbClr val="EAEAEA"/>
    <a:srgbClr val="FF9933"/>
    <a:srgbClr val="FF6600"/>
    <a:srgbClr val="00FF00"/>
    <a:srgbClr val="3333FF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85FB83-260A-4A55-9C76-34FCA35F7591}" v="75" dt="2026-07-09T05:45:33.838"/>
    <p1510:client id="{793FCF99-3E93-4E33-AF8F-4968426EDD85}" v="55" dt="2026-07-08T06:57:33.6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06" autoAdjust="0"/>
  </p:normalViewPr>
  <p:slideViewPr>
    <p:cSldViewPr>
      <p:cViewPr varScale="1">
        <p:scale>
          <a:sx n="137" d="100"/>
          <a:sy n="137" d="100"/>
        </p:scale>
        <p:origin x="126" y="132"/>
      </p:cViewPr>
      <p:guideLst>
        <p:guide orient="horz" pos="464"/>
        <p:guide pos="3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3648" y="102"/>
      </p:cViewPr>
      <p:guideLst>
        <p:guide orient="horz" pos="3131"/>
        <p:guide pos="2146"/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nghyun Sung" userId="ac2223b5-9af4-46ba-83c5-9fd81e81dea6" providerId="ADAL" clId="{3450202C-B6FF-4CC9-9669-29A0D17854A5}"/>
    <pc:docChg chg="undo custSel addSld delSld modSld sldOrd">
      <pc:chgData name="Yonghyun Sung" userId="ac2223b5-9af4-46ba-83c5-9fd81e81dea6" providerId="ADAL" clId="{3450202C-B6FF-4CC9-9669-29A0D17854A5}" dt="2026-07-09T06:03:37.545" v="6584" actId="6549"/>
      <pc:docMkLst>
        <pc:docMk/>
      </pc:docMkLst>
      <pc:sldChg chg="del">
        <pc:chgData name="Yonghyun Sung" userId="ac2223b5-9af4-46ba-83c5-9fd81e81dea6" providerId="ADAL" clId="{3450202C-B6FF-4CC9-9669-29A0D17854A5}" dt="2026-07-08T06:57:54.854" v="3120" actId="47"/>
        <pc:sldMkLst>
          <pc:docMk/>
          <pc:sldMk cId="1597867193" sldId="996"/>
        </pc:sldMkLst>
      </pc:sldChg>
      <pc:sldChg chg="del">
        <pc:chgData name="Yonghyun Sung" userId="ac2223b5-9af4-46ba-83c5-9fd81e81dea6" providerId="ADAL" clId="{3450202C-B6FF-4CC9-9669-29A0D17854A5}" dt="2026-07-08T06:57:54.854" v="3120" actId="47"/>
        <pc:sldMkLst>
          <pc:docMk/>
          <pc:sldMk cId="1471560745" sldId="997"/>
        </pc:sldMkLst>
      </pc:sldChg>
      <pc:sldChg chg="del">
        <pc:chgData name="Yonghyun Sung" userId="ac2223b5-9af4-46ba-83c5-9fd81e81dea6" providerId="ADAL" clId="{3450202C-B6FF-4CC9-9669-29A0D17854A5}" dt="2026-07-08T06:57:54.854" v="3120" actId="47"/>
        <pc:sldMkLst>
          <pc:docMk/>
          <pc:sldMk cId="146696010" sldId="5544"/>
        </pc:sldMkLst>
      </pc:sldChg>
      <pc:sldChg chg="addSp delSp modSp mod">
        <pc:chgData name="Yonghyun Sung" userId="ac2223b5-9af4-46ba-83c5-9fd81e81dea6" providerId="ADAL" clId="{3450202C-B6FF-4CC9-9669-29A0D17854A5}" dt="2026-07-09T06:03:22.411" v="6577" actId="6549"/>
        <pc:sldMkLst>
          <pc:docMk/>
          <pc:sldMk cId="498700151" sldId="8086"/>
        </pc:sldMkLst>
        <pc:spChg chg="del">
          <ac:chgData name="Yonghyun Sung" userId="ac2223b5-9af4-46ba-83c5-9fd81e81dea6" providerId="ADAL" clId="{3450202C-B6FF-4CC9-9669-29A0D17854A5}" dt="2026-07-08T06:12:31.810" v="1602" actId="478"/>
          <ac:spMkLst>
            <pc:docMk/>
            <pc:sldMk cId="498700151" sldId="8086"/>
            <ac:spMk id="2" creationId="{C2A1A19D-341A-4477-C842-29C797233DFA}"/>
          </ac:spMkLst>
        </pc:spChg>
        <pc:spChg chg="mod">
          <ac:chgData name="Yonghyun Sung" userId="ac2223b5-9af4-46ba-83c5-9fd81e81dea6" providerId="ADAL" clId="{3450202C-B6FF-4CC9-9669-29A0D17854A5}" dt="2026-07-09T05:47:40.871" v="5951" actId="1036"/>
          <ac:spMkLst>
            <pc:docMk/>
            <pc:sldMk cId="498700151" sldId="8086"/>
            <ac:spMk id="12" creationId="{2E35E566-B5AB-A370-F737-60F2E0953C48}"/>
          </ac:spMkLst>
        </pc:spChg>
        <pc:spChg chg="mod">
          <ac:chgData name="Yonghyun Sung" userId="ac2223b5-9af4-46ba-83c5-9fd81e81dea6" providerId="ADAL" clId="{3450202C-B6FF-4CC9-9669-29A0D17854A5}" dt="2026-07-09T05:50:34.885" v="6130" actId="13926"/>
          <ac:spMkLst>
            <pc:docMk/>
            <pc:sldMk cId="498700151" sldId="8086"/>
            <ac:spMk id="27" creationId="{1C251515-2E41-5970-C942-DC5875496681}"/>
          </ac:spMkLst>
        </pc:spChg>
        <pc:spChg chg="mod">
          <ac:chgData name="Yonghyun Sung" userId="ac2223b5-9af4-46ba-83c5-9fd81e81dea6" providerId="ADAL" clId="{3450202C-B6FF-4CC9-9669-29A0D17854A5}" dt="2026-07-09T05:50:34.885" v="6130" actId="13926"/>
          <ac:spMkLst>
            <pc:docMk/>
            <pc:sldMk cId="498700151" sldId="8086"/>
            <ac:spMk id="30" creationId="{C27C02C8-E32A-7DA8-9979-E0987A65E9B8}"/>
          </ac:spMkLst>
        </pc:spChg>
        <pc:graphicFrameChg chg="mod ord modGraphic">
          <ac:chgData name="Yonghyun Sung" userId="ac2223b5-9af4-46ba-83c5-9fd81e81dea6" providerId="ADAL" clId="{3450202C-B6FF-4CC9-9669-29A0D17854A5}" dt="2026-07-09T06:03:22.411" v="6577" actId="6549"/>
          <ac:graphicFrameMkLst>
            <pc:docMk/>
            <pc:sldMk cId="498700151" sldId="8086"/>
            <ac:graphicFrameMk id="4" creationId="{00000000-0000-0000-0000-000000000000}"/>
          </ac:graphicFrameMkLst>
        </pc:graphicFrameChg>
        <pc:graphicFrameChg chg="modGraphic">
          <ac:chgData name="Yonghyun Sung" userId="ac2223b5-9af4-46ba-83c5-9fd81e81dea6" providerId="ADAL" clId="{3450202C-B6FF-4CC9-9669-29A0D17854A5}" dt="2026-07-08T23:55:59.539" v="3357" actId="6549"/>
          <ac:graphicFrameMkLst>
            <pc:docMk/>
            <pc:sldMk cId="498700151" sldId="8086"/>
            <ac:graphicFrameMk id="14" creationId="{CA179D59-99A8-290D-0CB1-32843F4A6512}"/>
          </ac:graphicFrameMkLst>
        </pc:graphicFrameChg>
        <pc:graphicFrameChg chg="mod">
          <ac:chgData name="Yonghyun Sung" userId="ac2223b5-9af4-46ba-83c5-9fd81e81dea6" providerId="ADAL" clId="{3450202C-B6FF-4CC9-9669-29A0D17854A5}" dt="2026-07-09T05:16:48.769" v="5510" actId="1036"/>
          <ac:graphicFrameMkLst>
            <pc:docMk/>
            <pc:sldMk cId="498700151" sldId="8086"/>
            <ac:graphicFrameMk id="21" creationId="{97D2A004-3604-BD0D-A26C-E1C32B911695}"/>
          </ac:graphicFrameMkLst>
        </pc:graphicFrameChg>
        <pc:graphicFrameChg chg="mod">
          <ac:chgData name="Yonghyun Sung" userId="ac2223b5-9af4-46ba-83c5-9fd81e81dea6" providerId="ADAL" clId="{3450202C-B6FF-4CC9-9669-29A0D17854A5}" dt="2026-07-09T05:47:26.146" v="5944" actId="1038"/>
          <ac:graphicFrameMkLst>
            <pc:docMk/>
            <pc:sldMk cId="498700151" sldId="8086"/>
            <ac:graphicFrameMk id="22" creationId="{BFC172C1-7C01-0D7A-BC07-5C8E0D35CCF9}"/>
          </ac:graphicFrameMkLst>
        </pc:graphicFrameChg>
        <pc:graphicFrameChg chg="mod modGraphic">
          <ac:chgData name="Yonghyun Sung" userId="ac2223b5-9af4-46ba-83c5-9fd81e81dea6" providerId="ADAL" clId="{3450202C-B6FF-4CC9-9669-29A0D17854A5}" dt="2026-07-08T23:57:32.706" v="3449" actId="20577"/>
          <ac:graphicFrameMkLst>
            <pc:docMk/>
            <pc:sldMk cId="498700151" sldId="8086"/>
            <ac:graphicFrameMk id="23" creationId="{0343F972-441C-577E-0B5E-413A536F80E9}"/>
          </ac:graphicFrameMkLst>
        </pc:graphicFrameChg>
        <pc:graphicFrameChg chg="mod modGraphic">
          <ac:chgData name="Yonghyun Sung" userId="ac2223b5-9af4-46ba-83c5-9fd81e81dea6" providerId="ADAL" clId="{3450202C-B6FF-4CC9-9669-29A0D17854A5}" dt="2026-07-08T23:58:08.719" v="3459" actId="20577"/>
          <ac:graphicFrameMkLst>
            <pc:docMk/>
            <pc:sldMk cId="498700151" sldId="8086"/>
            <ac:graphicFrameMk id="25" creationId="{E4C22E1D-5386-63DA-E451-C341ED113930}"/>
          </ac:graphicFrameMkLst>
        </pc:graphicFrameChg>
        <pc:graphicFrameChg chg="mod">
          <ac:chgData name="Yonghyun Sung" userId="ac2223b5-9af4-46ba-83c5-9fd81e81dea6" providerId="ADAL" clId="{3450202C-B6FF-4CC9-9669-29A0D17854A5}" dt="2026-07-08T06:06:25.687" v="1280" actId="552"/>
          <ac:graphicFrameMkLst>
            <pc:docMk/>
            <pc:sldMk cId="498700151" sldId="8086"/>
            <ac:graphicFrameMk id="48" creationId="{00000000-0000-0000-0000-000000000000}"/>
          </ac:graphicFrameMkLst>
        </pc:graphicFrameChg>
        <pc:graphicFrameChg chg="modGraphic">
          <ac:chgData name="Yonghyun Sung" userId="ac2223b5-9af4-46ba-83c5-9fd81e81dea6" providerId="ADAL" clId="{3450202C-B6FF-4CC9-9669-29A0D17854A5}" dt="2026-07-08T04:49:33.320" v="79" actId="122"/>
          <ac:graphicFrameMkLst>
            <pc:docMk/>
            <pc:sldMk cId="498700151" sldId="8086"/>
            <ac:graphicFrameMk id="51" creationId="{00000000-0000-0000-0000-000000000000}"/>
          </ac:graphicFrameMkLst>
        </pc:graphicFrameChg>
        <pc:graphicFrameChg chg="mod">
          <ac:chgData name="Yonghyun Sung" userId="ac2223b5-9af4-46ba-83c5-9fd81e81dea6" providerId="ADAL" clId="{3450202C-B6FF-4CC9-9669-29A0D17854A5}" dt="2026-07-09T05:45:33.838" v="5910"/>
          <ac:graphicFrameMkLst>
            <pc:docMk/>
            <pc:sldMk cId="498700151" sldId="8086"/>
            <ac:graphicFrameMk id="59" creationId="{00000000-0000-0000-0000-000000000000}"/>
          </ac:graphicFrameMkLst>
        </pc:graphicFrameChg>
        <pc:graphicFrameChg chg="modGraphic">
          <ac:chgData name="Yonghyun Sung" userId="ac2223b5-9af4-46ba-83c5-9fd81e81dea6" providerId="ADAL" clId="{3450202C-B6FF-4CC9-9669-29A0D17854A5}" dt="2026-07-09T05:45:28.461" v="5908" actId="20577"/>
          <ac:graphicFrameMkLst>
            <pc:docMk/>
            <pc:sldMk cId="498700151" sldId="8086"/>
            <ac:graphicFrameMk id="60" creationId="{00000000-0000-0000-0000-000000000000}"/>
          </ac:graphicFrameMkLst>
        </pc:graphicFrameChg>
        <pc:picChg chg="add mod ord">
          <ac:chgData name="Yonghyun Sung" userId="ac2223b5-9af4-46ba-83c5-9fd81e81dea6" providerId="ADAL" clId="{3450202C-B6FF-4CC9-9669-29A0D17854A5}" dt="2026-07-08T23:55:21.138" v="3285" actId="167"/>
          <ac:picMkLst>
            <pc:docMk/>
            <pc:sldMk cId="498700151" sldId="8086"/>
            <ac:picMk id="2" creationId="{00000000-0008-0000-0700-000017000000}"/>
          </ac:picMkLst>
        </pc:picChg>
        <pc:picChg chg="add del mod modCrop">
          <ac:chgData name="Yonghyun Sung" userId="ac2223b5-9af4-46ba-83c5-9fd81e81dea6" providerId="ADAL" clId="{3450202C-B6FF-4CC9-9669-29A0D17854A5}" dt="2026-07-08T23:54:11.431" v="3261" actId="478"/>
          <ac:picMkLst>
            <pc:docMk/>
            <pc:sldMk cId="498700151" sldId="8086"/>
            <ac:picMk id="5" creationId="{62A8676C-7C2D-19AD-F67A-22BBD9D157A1}"/>
          </ac:picMkLst>
        </pc:picChg>
        <pc:picChg chg="add del mod">
          <ac:chgData name="Yonghyun Sung" userId="ac2223b5-9af4-46ba-83c5-9fd81e81dea6" providerId="ADAL" clId="{3450202C-B6FF-4CC9-9669-29A0D17854A5}" dt="2026-07-08T23:52:31.694" v="3257" actId="478"/>
          <ac:picMkLst>
            <pc:docMk/>
            <pc:sldMk cId="498700151" sldId="8086"/>
            <ac:picMk id="6" creationId="{228D78E6-3332-E225-7A15-80C8A0E1DCDB}"/>
          </ac:picMkLst>
        </pc:picChg>
        <pc:picChg chg="mod">
          <ac:chgData name="Yonghyun Sung" userId="ac2223b5-9af4-46ba-83c5-9fd81e81dea6" providerId="ADAL" clId="{3450202C-B6FF-4CC9-9669-29A0D17854A5}" dt="2026-07-08T23:51:23.781" v="3250" actId="1036"/>
          <ac:picMkLst>
            <pc:docMk/>
            <pc:sldMk cId="498700151" sldId="8086"/>
            <ac:picMk id="15" creationId="{E551DB88-60E1-C89C-386D-B8F4011C6D00}"/>
          </ac:picMkLst>
        </pc:picChg>
        <pc:picChg chg="add mod ord modCrop">
          <ac:chgData name="Yonghyun Sung" userId="ac2223b5-9af4-46ba-83c5-9fd81e81dea6" providerId="ADAL" clId="{3450202C-B6FF-4CC9-9669-29A0D17854A5}" dt="2026-07-08T23:55:21.138" v="3285" actId="167"/>
          <ac:picMkLst>
            <pc:docMk/>
            <pc:sldMk cId="498700151" sldId="8086"/>
            <ac:picMk id="16" creationId="{532CE37C-2575-E0D4-06B9-D6F9452CF524}"/>
          </ac:picMkLst>
        </pc:picChg>
        <pc:picChg chg="del">
          <ac:chgData name="Yonghyun Sung" userId="ac2223b5-9af4-46ba-83c5-9fd81e81dea6" providerId="ADAL" clId="{3450202C-B6FF-4CC9-9669-29A0D17854A5}" dt="2026-07-08T04:48:30.359" v="62" actId="478"/>
          <ac:picMkLst>
            <pc:docMk/>
            <pc:sldMk cId="498700151" sldId="8086"/>
            <ac:picMk id="17" creationId="{3611CC8A-67C5-3608-F3BE-B8F64AA765C1}"/>
          </ac:picMkLst>
        </pc:picChg>
        <pc:picChg chg="del mod">
          <ac:chgData name="Yonghyun Sung" userId="ac2223b5-9af4-46ba-83c5-9fd81e81dea6" providerId="ADAL" clId="{3450202C-B6FF-4CC9-9669-29A0D17854A5}" dt="2026-07-08T06:07:39.046" v="1281" actId="478"/>
          <ac:picMkLst>
            <pc:docMk/>
            <pc:sldMk cId="498700151" sldId="8086"/>
            <ac:picMk id="18" creationId="{35658FAD-2F05-EBF1-3AB4-74B617679CCD}"/>
          </ac:picMkLst>
        </pc:picChg>
        <pc:cxnChg chg="mod">
          <ac:chgData name="Yonghyun Sung" userId="ac2223b5-9af4-46ba-83c5-9fd81e81dea6" providerId="ADAL" clId="{3450202C-B6FF-4CC9-9669-29A0D17854A5}" dt="2026-07-09T05:47:26.146" v="5944" actId="1038"/>
          <ac:cxnSpMkLst>
            <pc:docMk/>
            <pc:sldMk cId="498700151" sldId="8086"/>
            <ac:cxnSpMk id="3" creationId="{351C9597-AEE0-AF4C-6BC8-63F3FD2EA407}"/>
          </ac:cxnSpMkLst>
        </pc:cxnChg>
        <pc:cxnChg chg="add mod">
          <ac:chgData name="Yonghyun Sung" userId="ac2223b5-9af4-46ba-83c5-9fd81e81dea6" providerId="ADAL" clId="{3450202C-B6FF-4CC9-9669-29A0D17854A5}" dt="2026-07-08T23:55:35.108" v="3289" actId="14100"/>
          <ac:cxnSpMkLst>
            <pc:docMk/>
            <pc:sldMk cId="498700151" sldId="8086"/>
            <ac:cxnSpMk id="17" creationId="{FFCA83AA-D258-9B5F-5B52-C511DCE446E9}"/>
          </ac:cxnSpMkLst>
        </pc:cxnChg>
        <pc:cxnChg chg="del mod ord">
          <ac:chgData name="Yonghyun Sung" userId="ac2223b5-9af4-46ba-83c5-9fd81e81dea6" providerId="ADAL" clId="{3450202C-B6FF-4CC9-9669-29A0D17854A5}" dt="2026-07-08T23:54:11.431" v="3261" actId="478"/>
          <ac:cxnSpMkLst>
            <pc:docMk/>
            <pc:sldMk cId="498700151" sldId="8086"/>
            <ac:cxnSpMk id="24" creationId="{7B9D53AC-6E4E-2EAD-7C1C-E28155C7E098}"/>
          </ac:cxnSpMkLst>
        </pc:cxnChg>
        <pc:cxnChg chg="del mod">
          <ac:chgData name="Yonghyun Sung" userId="ac2223b5-9af4-46ba-83c5-9fd81e81dea6" providerId="ADAL" clId="{3450202C-B6FF-4CC9-9669-29A0D17854A5}" dt="2026-07-08T06:07:39.046" v="1281" actId="478"/>
          <ac:cxnSpMkLst>
            <pc:docMk/>
            <pc:sldMk cId="498700151" sldId="8086"/>
            <ac:cxnSpMk id="26" creationId="{B713D35D-5324-23AD-070A-9AAC3DFAA76B}"/>
          </ac:cxnSpMkLst>
        </pc:cxnChg>
        <pc:cxnChg chg="add mod">
          <ac:chgData name="Yonghyun Sung" userId="ac2223b5-9af4-46ba-83c5-9fd81e81dea6" providerId="ADAL" clId="{3450202C-B6FF-4CC9-9669-29A0D17854A5}" dt="2026-07-08T23:55:37.075" v="3290" actId="571"/>
          <ac:cxnSpMkLst>
            <pc:docMk/>
            <pc:sldMk cId="498700151" sldId="8086"/>
            <ac:cxnSpMk id="26" creationId="{E7C96E47-9B15-B17B-A2D2-3DAA9355E710}"/>
          </ac:cxnSpMkLst>
        </pc:cxnChg>
        <pc:cxnChg chg="mod">
          <ac:chgData name="Yonghyun Sung" userId="ac2223b5-9af4-46ba-83c5-9fd81e81dea6" providerId="ADAL" clId="{3450202C-B6FF-4CC9-9669-29A0D17854A5}" dt="2026-07-09T05:16:48.769" v="5510" actId="1036"/>
          <ac:cxnSpMkLst>
            <pc:docMk/>
            <pc:sldMk cId="498700151" sldId="8086"/>
            <ac:cxnSpMk id="28" creationId="{9EF7A4C0-7D0E-F88A-9502-160DB14638A0}"/>
          </ac:cxnSpMkLst>
        </pc:cxnChg>
        <pc:cxnChg chg="del mod ord">
          <ac:chgData name="Yonghyun Sung" userId="ac2223b5-9af4-46ba-83c5-9fd81e81dea6" providerId="ADAL" clId="{3450202C-B6FF-4CC9-9669-29A0D17854A5}" dt="2026-07-08T23:54:11.431" v="3261" actId="478"/>
          <ac:cxnSpMkLst>
            <pc:docMk/>
            <pc:sldMk cId="498700151" sldId="8086"/>
            <ac:cxnSpMk id="29" creationId="{171AC15A-9D5D-4D8F-9E1F-84B39D852CE8}"/>
          </ac:cxnSpMkLst>
        </pc:cxnChg>
      </pc:sldChg>
      <pc:sldChg chg="del">
        <pc:chgData name="Yonghyun Sung" userId="ac2223b5-9af4-46ba-83c5-9fd81e81dea6" providerId="ADAL" clId="{3450202C-B6FF-4CC9-9669-29A0D17854A5}" dt="2026-07-08T06:57:54.854" v="3120" actId="47"/>
        <pc:sldMkLst>
          <pc:docMk/>
          <pc:sldMk cId="3578943366" sldId="8106"/>
        </pc:sldMkLst>
      </pc:sldChg>
      <pc:sldChg chg="addSp delSp modSp del mod ord">
        <pc:chgData name="Yonghyun Sung" userId="ac2223b5-9af4-46ba-83c5-9fd81e81dea6" providerId="ADAL" clId="{3450202C-B6FF-4CC9-9669-29A0D17854A5}" dt="2026-07-09T05:43:05.898" v="5754" actId="47"/>
        <pc:sldMkLst>
          <pc:docMk/>
          <pc:sldMk cId="3451014936" sldId="8107"/>
        </pc:sldMkLst>
        <pc:spChg chg="del">
          <ac:chgData name="Yonghyun Sung" userId="ac2223b5-9af4-46ba-83c5-9fd81e81dea6" providerId="ADAL" clId="{3450202C-B6FF-4CC9-9669-29A0D17854A5}" dt="2026-07-08T06:15:59.415" v="1712" actId="478"/>
          <ac:spMkLst>
            <pc:docMk/>
            <pc:sldMk cId="3451014936" sldId="8107"/>
            <ac:spMk id="7" creationId="{FEB08806-43A9-DF59-8F10-56D877591245}"/>
          </ac:spMkLst>
        </pc:spChg>
        <pc:spChg chg="mod">
          <ac:chgData name="Yonghyun Sung" userId="ac2223b5-9af4-46ba-83c5-9fd81e81dea6" providerId="ADAL" clId="{3450202C-B6FF-4CC9-9669-29A0D17854A5}" dt="2026-07-08T06:36:25.240" v="2617" actId="6549"/>
          <ac:spMkLst>
            <pc:docMk/>
            <pc:sldMk cId="3451014936" sldId="8107"/>
            <ac:spMk id="9" creationId="{C944869F-6584-70C5-4EC8-2C2EE74FB4AB}"/>
          </ac:spMkLst>
        </pc:spChg>
        <pc:spChg chg="del mod">
          <ac:chgData name="Yonghyun Sung" userId="ac2223b5-9af4-46ba-83c5-9fd81e81dea6" providerId="ADAL" clId="{3450202C-B6FF-4CC9-9669-29A0D17854A5}" dt="2026-07-08T06:26:20.706" v="1929" actId="478"/>
          <ac:spMkLst>
            <pc:docMk/>
            <pc:sldMk cId="3451014936" sldId="8107"/>
            <ac:spMk id="14" creationId="{1F0E95AC-33D7-CE7A-9464-63C492868F69}"/>
          </ac:spMkLst>
        </pc:spChg>
        <pc:spChg chg="add del mod">
          <ac:chgData name="Yonghyun Sung" userId="ac2223b5-9af4-46ba-83c5-9fd81e81dea6" providerId="ADAL" clId="{3450202C-B6FF-4CC9-9669-29A0D17854A5}" dt="2026-07-08T06:26:20.706" v="1929" actId="478"/>
          <ac:spMkLst>
            <pc:docMk/>
            <pc:sldMk cId="3451014936" sldId="8107"/>
            <ac:spMk id="16" creationId="{685DF595-A2C1-D01C-CF25-701E2B591771}"/>
          </ac:spMkLst>
        </pc:spChg>
        <pc:spChg chg="mod">
          <ac:chgData name="Yonghyun Sung" userId="ac2223b5-9af4-46ba-83c5-9fd81e81dea6" providerId="ADAL" clId="{3450202C-B6FF-4CC9-9669-29A0D17854A5}" dt="2026-07-08T06:36:49.935" v="2736" actId="6549"/>
          <ac:spMkLst>
            <pc:docMk/>
            <pc:sldMk cId="3451014936" sldId="8107"/>
            <ac:spMk id="38" creationId="{9DB6E228-CB0E-2263-180D-EFD83EF95057}"/>
          </ac:spMkLst>
        </pc:spChg>
        <pc:spChg chg="del">
          <ac:chgData name="Yonghyun Sung" userId="ac2223b5-9af4-46ba-83c5-9fd81e81dea6" providerId="ADAL" clId="{3450202C-B6FF-4CC9-9669-29A0D17854A5}" dt="2026-07-08T06:15:57.160" v="1711" actId="478"/>
          <ac:spMkLst>
            <pc:docMk/>
            <pc:sldMk cId="3451014936" sldId="8107"/>
            <ac:spMk id="43" creationId="{6C2C4CFE-19AA-C981-CD73-ECDD9A14279D}"/>
          </ac:spMkLst>
        </pc:spChg>
        <pc:spChg chg="del mod">
          <ac:chgData name="Yonghyun Sung" userId="ac2223b5-9af4-46ba-83c5-9fd81e81dea6" providerId="ADAL" clId="{3450202C-B6FF-4CC9-9669-29A0D17854A5}" dt="2026-07-08T06:26:20.706" v="1929" actId="478"/>
          <ac:spMkLst>
            <pc:docMk/>
            <pc:sldMk cId="3451014936" sldId="8107"/>
            <ac:spMk id="55" creationId="{21F9B207-54D6-1DF3-7B23-CE82B6673AE6}"/>
          </ac:spMkLst>
        </pc:spChg>
        <pc:spChg chg="del mod">
          <ac:chgData name="Yonghyun Sung" userId="ac2223b5-9af4-46ba-83c5-9fd81e81dea6" providerId="ADAL" clId="{3450202C-B6FF-4CC9-9669-29A0D17854A5}" dt="2026-07-08T06:26:20.706" v="1929" actId="478"/>
          <ac:spMkLst>
            <pc:docMk/>
            <pc:sldMk cId="3451014936" sldId="8107"/>
            <ac:spMk id="56" creationId="{5687961F-66E6-3CB5-86E8-0E74314AE311}"/>
          </ac:spMkLst>
        </pc:spChg>
        <pc:spChg chg="add del mod">
          <ac:chgData name="Yonghyun Sung" userId="ac2223b5-9af4-46ba-83c5-9fd81e81dea6" providerId="ADAL" clId="{3450202C-B6FF-4CC9-9669-29A0D17854A5}" dt="2026-07-08T06:26:20.706" v="1929" actId="478"/>
          <ac:spMkLst>
            <pc:docMk/>
            <pc:sldMk cId="3451014936" sldId="8107"/>
            <ac:spMk id="65" creationId="{6915BAD2-3F23-CEA8-8EBC-97324BB9EA2F}"/>
          </ac:spMkLst>
        </pc:spChg>
        <pc:spChg chg="add del mod">
          <ac:chgData name="Yonghyun Sung" userId="ac2223b5-9af4-46ba-83c5-9fd81e81dea6" providerId="ADAL" clId="{3450202C-B6FF-4CC9-9669-29A0D17854A5}" dt="2026-07-08T06:26:20.706" v="1929" actId="478"/>
          <ac:spMkLst>
            <pc:docMk/>
            <pc:sldMk cId="3451014936" sldId="8107"/>
            <ac:spMk id="66" creationId="{16E48E7B-E79C-C4F7-D1D9-E53776FDA780}"/>
          </ac:spMkLst>
        </pc:spChg>
        <pc:spChg chg="add del mod">
          <ac:chgData name="Yonghyun Sung" userId="ac2223b5-9af4-46ba-83c5-9fd81e81dea6" providerId="ADAL" clId="{3450202C-B6FF-4CC9-9669-29A0D17854A5}" dt="2026-07-08T06:26:20.706" v="1929" actId="478"/>
          <ac:spMkLst>
            <pc:docMk/>
            <pc:sldMk cId="3451014936" sldId="8107"/>
            <ac:spMk id="68" creationId="{FD79CACC-3C11-5A50-056F-FAE9105E0F08}"/>
          </ac:spMkLst>
        </pc:spChg>
        <pc:spChg chg="add del mod">
          <ac:chgData name="Yonghyun Sung" userId="ac2223b5-9af4-46ba-83c5-9fd81e81dea6" providerId="ADAL" clId="{3450202C-B6FF-4CC9-9669-29A0D17854A5}" dt="2026-07-08T06:25:39.407" v="1918" actId="478"/>
          <ac:spMkLst>
            <pc:docMk/>
            <pc:sldMk cId="3451014936" sldId="8107"/>
            <ac:spMk id="76" creationId="{F75AF95C-E337-3944-574E-FCAF0AF92C18}"/>
          </ac:spMkLst>
        </pc:spChg>
        <pc:spChg chg="add mod">
          <ac:chgData name="Yonghyun Sung" userId="ac2223b5-9af4-46ba-83c5-9fd81e81dea6" providerId="ADAL" clId="{3450202C-B6FF-4CC9-9669-29A0D17854A5}" dt="2026-07-08T06:31:29.200" v="2152" actId="164"/>
          <ac:spMkLst>
            <pc:docMk/>
            <pc:sldMk cId="3451014936" sldId="8107"/>
            <ac:spMk id="85" creationId="{AF0E4303-65FB-0723-2270-DF9B33005174}"/>
          </ac:spMkLst>
        </pc:spChg>
        <pc:spChg chg="add mod">
          <ac:chgData name="Yonghyun Sung" userId="ac2223b5-9af4-46ba-83c5-9fd81e81dea6" providerId="ADAL" clId="{3450202C-B6FF-4CC9-9669-29A0D17854A5}" dt="2026-07-08T06:31:29.200" v="2152" actId="164"/>
          <ac:spMkLst>
            <pc:docMk/>
            <pc:sldMk cId="3451014936" sldId="8107"/>
            <ac:spMk id="86" creationId="{48FB64AF-734A-FC75-D9C7-713F58341D35}"/>
          </ac:spMkLst>
        </pc:spChg>
        <pc:spChg chg="add mod">
          <ac:chgData name="Yonghyun Sung" userId="ac2223b5-9af4-46ba-83c5-9fd81e81dea6" providerId="ADAL" clId="{3450202C-B6FF-4CC9-9669-29A0D17854A5}" dt="2026-07-08T06:31:29.200" v="2152" actId="164"/>
          <ac:spMkLst>
            <pc:docMk/>
            <pc:sldMk cId="3451014936" sldId="8107"/>
            <ac:spMk id="87" creationId="{F6AF60F9-E945-110D-6C97-1FC984E50B50}"/>
          </ac:spMkLst>
        </pc:spChg>
        <pc:spChg chg="add mod">
          <ac:chgData name="Yonghyun Sung" userId="ac2223b5-9af4-46ba-83c5-9fd81e81dea6" providerId="ADAL" clId="{3450202C-B6FF-4CC9-9669-29A0D17854A5}" dt="2026-07-08T06:31:29.200" v="2152" actId="164"/>
          <ac:spMkLst>
            <pc:docMk/>
            <pc:sldMk cId="3451014936" sldId="8107"/>
            <ac:spMk id="89" creationId="{524FD39C-1FD7-5CC1-32A8-B827410464AA}"/>
          </ac:spMkLst>
        </pc:spChg>
        <pc:spChg chg="add mod">
          <ac:chgData name="Yonghyun Sung" userId="ac2223b5-9af4-46ba-83c5-9fd81e81dea6" providerId="ADAL" clId="{3450202C-B6FF-4CC9-9669-29A0D17854A5}" dt="2026-07-08T06:31:29.200" v="2152" actId="164"/>
          <ac:spMkLst>
            <pc:docMk/>
            <pc:sldMk cId="3451014936" sldId="8107"/>
            <ac:spMk id="91" creationId="{D8959E32-E44A-5F8B-2832-FBAF6A449E9A}"/>
          </ac:spMkLst>
        </pc:spChg>
        <pc:spChg chg="add mod">
          <ac:chgData name="Yonghyun Sung" userId="ac2223b5-9af4-46ba-83c5-9fd81e81dea6" providerId="ADAL" clId="{3450202C-B6FF-4CC9-9669-29A0D17854A5}" dt="2026-07-08T06:31:29.200" v="2152" actId="164"/>
          <ac:spMkLst>
            <pc:docMk/>
            <pc:sldMk cId="3451014936" sldId="8107"/>
            <ac:spMk id="92" creationId="{7E7B15AC-EBC8-2AF1-CD06-409933CB0D0F}"/>
          </ac:spMkLst>
        </pc:spChg>
        <pc:spChg chg="add mod">
          <ac:chgData name="Yonghyun Sung" userId="ac2223b5-9af4-46ba-83c5-9fd81e81dea6" providerId="ADAL" clId="{3450202C-B6FF-4CC9-9669-29A0D17854A5}" dt="2026-07-08T06:31:29.200" v="2152" actId="164"/>
          <ac:spMkLst>
            <pc:docMk/>
            <pc:sldMk cId="3451014936" sldId="8107"/>
            <ac:spMk id="93" creationId="{23AF09E7-144C-447C-8E07-4671780AB9F9}"/>
          </ac:spMkLst>
        </pc:spChg>
        <pc:spChg chg="mod">
          <ac:chgData name="Yonghyun Sung" userId="ac2223b5-9af4-46ba-83c5-9fd81e81dea6" providerId="ADAL" clId="{3450202C-B6FF-4CC9-9669-29A0D17854A5}" dt="2026-07-08T06:30:46.911" v="2142" actId="1076"/>
          <ac:spMkLst>
            <pc:docMk/>
            <pc:sldMk cId="3451014936" sldId="8107"/>
            <ac:spMk id="94" creationId="{D380351F-00C8-49F3-97B1-646DA8A0E0B1}"/>
          </ac:spMkLst>
        </pc:spChg>
        <pc:spChg chg="add mod">
          <ac:chgData name="Yonghyun Sung" userId="ac2223b5-9af4-46ba-83c5-9fd81e81dea6" providerId="ADAL" clId="{3450202C-B6FF-4CC9-9669-29A0D17854A5}" dt="2026-07-08T06:31:29.200" v="2152" actId="164"/>
          <ac:spMkLst>
            <pc:docMk/>
            <pc:sldMk cId="3451014936" sldId="8107"/>
            <ac:spMk id="95" creationId="{6A90BE5C-5A82-4F8D-9E0A-45F25BDB00D3}"/>
          </ac:spMkLst>
        </pc:spChg>
        <pc:spChg chg="add mod">
          <ac:chgData name="Yonghyun Sung" userId="ac2223b5-9af4-46ba-83c5-9fd81e81dea6" providerId="ADAL" clId="{3450202C-B6FF-4CC9-9669-29A0D17854A5}" dt="2026-07-08T06:31:29.200" v="2152" actId="164"/>
          <ac:spMkLst>
            <pc:docMk/>
            <pc:sldMk cId="3451014936" sldId="8107"/>
            <ac:spMk id="96" creationId="{89BDC40D-1126-470E-97F2-7B20B6B45F23}"/>
          </ac:spMkLst>
        </pc:spChg>
        <pc:spChg chg="mod">
          <ac:chgData name="Yonghyun Sung" userId="ac2223b5-9af4-46ba-83c5-9fd81e81dea6" providerId="ADAL" clId="{3450202C-B6FF-4CC9-9669-29A0D17854A5}" dt="2026-07-08T06:30:46.911" v="2142" actId="1076"/>
          <ac:spMkLst>
            <pc:docMk/>
            <pc:sldMk cId="3451014936" sldId="8107"/>
            <ac:spMk id="97" creationId="{8E132760-B988-4B26-81BF-C722007E67A5}"/>
          </ac:spMkLst>
        </pc:spChg>
        <pc:spChg chg="mod">
          <ac:chgData name="Yonghyun Sung" userId="ac2223b5-9af4-46ba-83c5-9fd81e81dea6" providerId="ADAL" clId="{3450202C-B6FF-4CC9-9669-29A0D17854A5}" dt="2026-07-08T06:30:46.911" v="2142" actId="1076"/>
          <ac:spMkLst>
            <pc:docMk/>
            <pc:sldMk cId="3451014936" sldId="8107"/>
            <ac:spMk id="99" creationId="{4ABAE88A-97C3-494C-9CB2-F692A556F9BF}"/>
          </ac:spMkLst>
        </pc:spChg>
        <pc:spChg chg="add mod">
          <ac:chgData name="Yonghyun Sung" userId="ac2223b5-9af4-46ba-83c5-9fd81e81dea6" providerId="ADAL" clId="{3450202C-B6FF-4CC9-9669-29A0D17854A5}" dt="2026-07-08T06:31:29.200" v="2152" actId="164"/>
          <ac:spMkLst>
            <pc:docMk/>
            <pc:sldMk cId="3451014936" sldId="8107"/>
            <ac:spMk id="100" creationId="{8C2E2F96-A9EA-4B3E-86CF-478052ADB117}"/>
          </ac:spMkLst>
        </pc:spChg>
        <pc:spChg chg="add del mod">
          <ac:chgData name="Yonghyun Sung" userId="ac2223b5-9af4-46ba-83c5-9fd81e81dea6" providerId="ADAL" clId="{3450202C-B6FF-4CC9-9669-29A0D17854A5}" dt="2026-07-08T06:36:29.610" v="2618" actId="478"/>
          <ac:spMkLst>
            <pc:docMk/>
            <pc:sldMk cId="3451014936" sldId="8107"/>
            <ac:spMk id="108" creationId="{89110DB6-09C3-3739-FE6B-BBBE60555E0F}"/>
          </ac:spMkLst>
        </pc:spChg>
        <pc:spChg chg="add del mod">
          <ac:chgData name="Yonghyun Sung" userId="ac2223b5-9af4-46ba-83c5-9fd81e81dea6" providerId="ADAL" clId="{3450202C-B6FF-4CC9-9669-29A0D17854A5}" dt="2026-07-08T06:36:29.610" v="2618" actId="478"/>
          <ac:spMkLst>
            <pc:docMk/>
            <pc:sldMk cId="3451014936" sldId="8107"/>
            <ac:spMk id="109" creationId="{F70AD62C-8600-C264-6B82-C160581E1EB2}"/>
          </ac:spMkLst>
        </pc:spChg>
        <pc:spChg chg="add del mod">
          <ac:chgData name="Yonghyun Sung" userId="ac2223b5-9af4-46ba-83c5-9fd81e81dea6" providerId="ADAL" clId="{3450202C-B6FF-4CC9-9669-29A0D17854A5}" dt="2026-07-08T06:31:16.154" v="2149" actId="478"/>
          <ac:spMkLst>
            <pc:docMk/>
            <pc:sldMk cId="3451014936" sldId="8107"/>
            <ac:spMk id="112" creationId="{FFAF3772-90FF-9A00-3403-4383764A39D3}"/>
          </ac:spMkLst>
        </pc:spChg>
        <pc:spChg chg="add mod">
          <ac:chgData name="Yonghyun Sung" userId="ac2223b5-9af4-46ba-83c5-9fd81e81dea6" providerId="ADAL" clId="{3450202C-B6FF-4CC9-9669-29A0D17854A5}" dt="2026-07-08T06:42:04.530" v="2776" actId="20577"/>
          <ac:spMkLst>
            <pc:docMk/>
            <pc:sldMk cId="3451014936" sldId="8107"/>
            <ac:spMk id="114" creationId="{8E76ADA4-C6A7-80AC-0CC7-D1D4F3732FBE}"/>
          </ac:spMkLst>
        </pc:spChg>
        <pc:spChg chg="add mod">
          <ac:chgData name="Yonghyun Sung" userId="ac2223b5-9af4-46ba-83c5-9fd81e81dea6" providerId="ADAL" clId="{3450202C-B6FF-4CC9-9669-29A0D17854A5}" dt="2026-07-08T06:42:14.680" v="2779" actId="1076"/>
          <ac:spMkLst>
            <pc:docMk/>
            <pc:sldMk cId="3451014936" sldId="8107"/>
            <ac:spMk id="117" creationId="{BE9FBB9B-2833-2246-B970-899DD9C403FF}"/>
          </ac:spMkLst>
        </pc:spChg>
        <pc:spChg chg="add mod">
          <ac:chgData name="Yonghyun Sung" userId="ac2223b5-9af4-46ba-83c5-9fd81e81dea6" providerId="ADAL" clId="{3450202C-B6FF-4CC9-9669-29A0D17854A5}" dt="2026-07-08T06:42:14.680" v="2779" actId="1076"/>
          <ac:spMkLst>
            <pc:docMk/>
            <pc:sldMk cId="3451014936" sldId="8107"/>
            <ac:spMk id="118" creationId="{CB0CC7B2-0DBF-F066-7E1B-10AEF4B07E81}"/>
          </ac:spMkLst>
        </pc:spChg>
        <pc:spChg chg="add mod">
          <ac:chgData name="Yonghyun Sung" userId="ac2223b5-9af4-46ba-83c5-9fd81e81dea6" providerId="ADAL" clId="{3450202C-B6FF-4CC9-9669-29A0D17854A5}" dt="2026-07-08T06:57:40.227" v="3065" actId="20577"/>
          <ac:spMkLst>
            <pc:docMk/>
            <pc:sldMk cId="3451014936" sldId="8107"/>
            <ac:spMk id="121" creationId="{FD257D0D-7B70-EB04-8597-7C1C7F755092}"/>
          </ac:spMkLst>
        </pc:spChg>
        <pc:spChg chg="add mod">
          <ac:chgData name="Yonghyun Sung" userId="ac2223b5-9af4-46ba-83c5-9fd81e81dea6" providerId="ADAL" clId="{3450202C-B6FF-4CC9-9669-29A0D17854A5}" dt="2026-07-08T06:57:49.903" v="3119" actId="20577"/>
          <ac:spMkLst>
            <pc:docMk/>
            <pc:sldMk cId="3451014936" sldId="8107"/>
            <ac:spMk id="122" creationId="{DA59FEC2-3162-62FC-5CC6-74B22C0AA877}"/>
          </ac:spMkLst>
        </pc:spChg>
        <pc:grpChg chg="del mod">
          <ac:chgData name="Yonghyun Sung" userId="ac2223b5-9af4-46ba-83c5-9fd81e81dea6" providerId="ADAL" clId="{3450202C-B6FF-4CC9-9669-29A0D17854A5}" dt="2026-07-08T06:41:49.577" v="2763" actId="478"/>
          <ac:grpSpMkLst>
            <pc:docMk/>
            <pc:sldMk cId="3451014936" sldId="8107"/>
            <ac:grpSpMk id="113" creationId="{A2B3D2AD-BB8D-29DA-FB39-9ED1E984938D}"/>
          </ac:grpSpMkLst>
        </pc:grpChg>
        <pc:picChg chg="del">
          <ac:chgData name="Yonghyun Sung" userId="ac2223b5-9af4-46ba-83c5-9fd81e81dea6" providerId="ADAL" clId="{3450202C-B6FF-4CC9-9669-29A0D17854A5}" dt="2026-07-08T06:13:13.488" v="1613" actId="478"/>
          <ac:picMkLst>
            <pc:docMk/>
            <pc:sldMk cId="3451014936" sldId="8107"/>
            <ac:picMk id="37" creationId="{CCF390CB-6BFE-2255-0D71-F335D115B7B5}"/>
          </ac:picMkLst>
        </pc:picChg>
        <pc:picChg chg="del">
          <ac:chgData name="Yonghyun Sung" userId="ac2223b5-9af4-46ba-83c5-9fd81e81dea6" providerId="ADAL" clId="{3450202C-B6FF-4CC9-9669-29A0D17854A5}" dt="2026-07-08T06:13:13.488" v="1613" actId="478"/>
          <ac:picMkLst>
            <pc:docMk/>
            <pc:sldMk cId="3451014936" sldId="8107"/>
            <ac:picMk id="40" creationId="{353DC71E-B14C-2F0A-9949-02B81F1EDBBC}"/>
          </ac:picMkLst>
        </pc:picChg>
        <pc:picChg chg="del">
          <ac:chgData name="Yonghyun Sung" userId="ac2223b5-9af4-46ba-83c5-9fd81e81dea6" providerId="ADAL" clId="{3450202C-B6FF-4CC9-9669-29A0D17854A5}" dt="2026-07-08T06:15:59.415" v="1712" actId="478"/>
          <ac:picMkLst>
            <pc:docMk/>
            <pc:sldMk cId="3451014936" sldId="8107"/>
            <ac:picMk id="42" creationId="{CF9B55C4-7B26-D1DF-08EF-A5C0C0DD0CE2}"/>
          </ac:picMkLst>
        </pc:picChg>
        <pc:picChg chg="del">
          <ac:chgData name="Yonghyun Sung" userId="ac2223b5-9af4-46ba-83c5-9fd81e81dea6" providerId="ADAL" clId="{3450202C-B6FF-4CC9-9669-29A0D17854A5}" dt="2026-07-08T06:15:57.160" v="1711" actId="478"/>
          <ac:picMkLst>
            <pc:docMk/>
            <pc:sldMk cId="3451014936" sldId="8107"/>
            <ac:picMk id="64" creationId="{4916C101-0C87-00F6-4140-9C176609E1E6}"/>
          </ac:picMkLst>
        </pc:picChg>
        <pc:picChg chg="add del mod">
          <ac:chgData name="Yonghyun Sung" userId="ac2223b5-9af4-46ba-83c5-9fd81e81dea6" providerId="ADAL" clId="{3450202C-B6FF-4CC9-9669-29A0D17854A5}" dt="2026-07-08T06:36:29.610" v="2618" actId="478"/>
          <ac:picMkLst>
            <pc:docMk/>
            <pc:sldMk cId="3451014936" sldId="8107"/>
            <ac:picMk id="71" creationId="{46E5D1D3-6CD5-91A6-DD3B-80FBAB4B6703}"/>
          </ac:picMkLst>
        </pc:picChg>
        <pc:picChg chg="add del mod modCrop">
          <ac:chgData name="Yonghyun Sung" userId="ac2223b5-9af4-46ba-83c5-9fd81e81dea6" providerId="ADAL" clId="{3450202C-B6FF-4CC9-9669-29A0D17854A5}" dt="2026-07-08T06:36:29.610" v="2618" actId="478"/>
          <ac:picMkLst>
            <pc:docMk/>
            <pc:sldMk cId="3451014936" sldId="8107"/>
            <ac:picMk id="73" creationId="{EF90FB55-D96B-C2B2-1017-BABFDA5E7CC2}"/>
          </ac:picMkLst>
        </pc:picChg>
        <pc:picChg chg="add del mod">
          <ac:chgData name="Yonghyun Sung" userId="ac2223b5-9af4-46ba-83c5-9fd81e81dea6" providerId="ADAL" clId="{3450202C-B6FF-4CC9-9669-29A0D17854A5}" dt="2026-07-08T06:25:39.407" v="1918" actId="478"/>
          <ac:picMkLst>
            <pc:docMk/>
            <pc:sldMk cId="3451014936" sldId="8107"/>
            <ac:picMk id="75" creationId="{647C0484-0666-F058-3DDC-38DF678CD597}"/>
          </ac:picMkLst>
        </pc:picChg>
        <pc:picChg chg="add del mod">
          <ac:chgData name="Yonghyun Sung" userId="ac2223b5-9af4-46ba-83c5-9fd81e81dea6" providerId="ADAL" clId="{3450202C-B6FF-4CC9-9669-29A0D17854A5}" dt="2026-07-08T06:36:29.610" v="2618" actId="478"/>
          <ac:picMkLst>
            <pc:docMk/>
            <pc:sldMk cId="3451014936" sldId="8107"/>
            <ac:picMk id="77" creationId="{228D78E6-3332-E225-7A15-80C8A0E1DCDB}"/>
          </ac:picMkLst>
        </pc:picChg>
        <pc:picChg chg="add del mod">
          <ac:chgData name="Yonghyun Sung" userId="ac2223b5-9af4-46ba-83c5-9fd81e81dea6" providerId="ADAL" clId="{3450202C-B6FF-4CC9-9669-29A0D17854A5}" dt="2026-07-08T06:36:29.610" v="2618" actId="478"/>
          <ac:picMkLst>
            <pc:docMk/>
            <pc:sldMk cId="3451014936" sldId="8107"/>
            <ac:picMk id="81" creationId="{D20381C5-2386-220C-048A-5636D2C7902A}"/>
          </ac:picMkLst>
        </pc:picChg>
        <pc:picChg chg="add del mod">
          <ac:chgData name="Yonghyun Sung" userId="ac2223b5-9af4-46ba-83c5-9fd81e81dea6" providerId="ADAL" clId="{3450202C-B6FF-4CC9-9669-29A0D17854A5}" dt="2026-07-08T06:41:49.577" v="2763" actId="478"/>
          <ac:picMkLst>
            <pc:docMk/>
            <pc:sldMk cId="3451014936" sldId="8107"/>
            <ac:picMk id="101" creationId="{A6C806F0-19B9-47C6-BA84-0DD589EF5F63}"/>
          </ac:picMkLst>
        </pc:picChg>
        <pc:picChg chg="add del mod">
          <ac:chgData name="Yonghyun Sung" userId="ac2223b5-9af4-46ba-83c5-9fd81e81dea6" providerId="ADAL" clId="{3450202C-B6FF-4CC9-9669-29A0D17854A5}" dt="2026-07-08T06:31:16.154" v="2149" actId="478"/>
          <ac:picMkLst>
            <pc:docMk/>
            <pc:sldMk cId="3451014936" sldId="8107"/>
            <ac:picMk id="111" creationId="{5D57B2C3-DE9D-859D-99E4-E28677ACEDCC}"/>
          </ac:picMkLst>
        </pc:picChg>
        <pc:picChg chg="add mod">
          <ac:chgData name="Yonghyun Sung" userId="ac2223b5-9af4-46ba-83c5-9fd81e81dea6" providerId="ADAL" clId="{3450202C-B6FF-4CC9-9669-29A0D17854A5}" dt="2026-07-08T06:42:10.725" v="2778" actId="1076"/>
          <ac:picMkLst>
            <pc:docMk/>
            <pc:sldMk cId="3451014936" sldId="8107"/>
            <ac:picMk id="116" creationId="{1CF4C1B4-0213-75E8-9125-746C257C4421}"/>
          </ac:picMkLst>
        </pc:picChg>
        <pc:picChg chg="add mod">
          <ac:chgData name="Yonghyun Sung" userId="ac2223b5-9af4-46ba-83c5-9fd81e81dea6" providerId="ADAL" clId="{3450202C-B6FF-4CC9-9669-29A0D17854A5}" dt="2026-07-08T06:57:16.546" v="3024" actId="14100"/>
          <ac:picMkLst>
            <pc:docMk/>
            <pc:sldMk cId="3451014936" sldId="8107"/>
            <ac:picMk id="120" creationId="{5D939EA7-CF58-004B-FC4F-B82100FB7490}"/>
          </ac:picMkLst>
        </pc:picChg>
        <pc:cxnChg chg="mod">
          <ac:chgData name="Yonghyun Sung" userId="ac2223b5-9af4-46ba-83c5-9fd81e81dea6" providerId="ADAL" clId="{3450202C-B6FF-4CC9-9669-29A0D17854A5}" dt="2026-07-08T06:20:39.446" v="1851" actId="1076"/>
          <ac:cxnSpMkLst>
            <pc:docMk/>
            <pc:sldMk cId="3451014936" sldId="8107"/>
            <ac:cxnSpMk id="4" creationId="{22CE5346-74E2-39FF-5B99-462ECC894311}"/>
          </ac:cxnSpMkLst>
        </pc:cxnChg>
        <pc:cxnChg chg="del mod">
          <ac:chgData name="Yonghyun Sung" userId="ac2223b5-9af4-46ba-83c5-9fd81e81dea6" providerId="ADAL" clId="{3450202C-B6FF-4CC9-9669-29A0D17854A5}" dt="2026-07-08T06:26:20.706" v="1929" actId="478"/>
          <ac:cxnSpMkLst>
            <pc:docMk/>
            <pc:sldMk cId="3451014936" sldId="8107"/>
            <ac:cxnSpMk id="5" creationId="{551F8625-712C-72E0-B04D-7A9A09DC497F}"/>
          </ac:cxnSpMkLst>
        </pc:cxnChg>
        <pc:cxnChg chg="mod">
          <ac:chgData name="Yonghyun Sung" userId="ac2223b5-9af4-46ba-83c5-9fd81e81dea6" providerId="ADAL" clId="{3450202C-B6FF-4CC9-9669-29A0D17854A5}" dt="2026-07-08T06:16:09.650" v="1714" actId="408"/>
          <ac:cxnSpMkLst>
            <pc:docMk/>
            <pc:sldMk cId="3451014936" sldId="8107"/>
            <ac:cxnSpMk id="10" creationId="{58A9411A-5572-A83C-9C68-AB21EEADD620}"/>
          </ac:cxnSpMkLst>
        </pc:cxnChg>
        <pc:cxnChg chg="add mod">
          <ac:chgData name="Yonghyun Sung" userId="ac2223b5-9af4-46ba-83c5-9fd81e81dea6" providerId="ADAL" clId="{3450202C-B6FF-4CC9-9669-29A0D17854A5}" dt="2026-07-08T06:15:30.235" v="1689"/>
          <ac:cxnSpMkLst>
            <pc:docMk/>
            <pc:sldMk cId="3451014936" sldId="8107"/>
            <ac:cxnSpMk id="18" creationId="{7635E670-F1F0-23F1-03CC-DAB0E2CDDB00}"/>
          </ac:cxnSpMkLst>
        </pc:cxnChg>
        <pc:cxnChg chg="del mod">
          <ac:chgData name="Yonghyun Sung" userId="ac2223b5-9af4-46ba-83c5-9fd81e81dea6" providerId="ADAL" clId="{3450202C-B6FF-4CC9-9669-29A0D17854A5}" dt="2026-07-08T06:13:52.275" v="1680" actId="478"/>
          <ac:cxnSpMkLst>
            <pc:docMk/>
            <pc:sldMk cId="3451014936" sldId="8107"/>
            <ac:cxnSpMk id="19" creationId="{824AC2EB-FD43-8B78-51CD-59C4C76022BC}"/>
          </ac:cxnSpMkLst>
        </pc:cxnChg>
        <pc:cxnChg chg="del">
          <ac:chgData name="Yonghyun Sung" userId="ac2223b5-9af4-46ba-83c5-9fd81e81dea6" providerId="ADAL" clId="{3450202C-B6FF-4CC9-9669-29A0D17854A5}" dt="2026-07-08T06:14:13.246" v="1686" actId="478"/>
          <ac:cxnSpMkLst>
            <pc:docMk/>
            <pc:sldMk cId="3451014936" sldId="8107"/>
            <ac:cxnSpMk id="20" creationId="{DADF6772-BE71-E2C3-5E03-0BBBC6BA2669}"/>
          </ac:cxnSpMkLst>
        </pc:cxnChg>
        <pc:cxnChg chg="del">
          <ac:chgData name="Yonghyun Sung" userId="ac2223b5-9af4-46ba-83c5-9fd81e81dea6" providerId="ADAL" clId="{3450202C-B6FF-4CC9-9669-29A0D17854A5}" dt="2026-07-08T06:14:13.246" v="1686" actId="478"/>
          <ac:cxnSpMkLst>
            <pc:docMk/>
            <pc:sldMk cId="3451014936" sldId="8107"/>
            <ac:cxnSpMk id="21" creationId="{530CBC91-965D-8E9E-C923-D1A5DB01E5B5}"/>
          </ac:cxnSpMkLst>
        </pc:cxnChg>
        <pc:cxnChg chg="add mod">
          <ac:chgData name="Yonghyun Sung" userId="ac2223b5-9af4-46ba-83c5-9fd81e81dea6" providerId="ADAL" clId="{3450202C-B6FF-4CC9-9669-29A0D17854A5}" dt="2026-07-08T06:15:30.529" v="1690"/>
          <ac:cxnSpMkLst>
            <pc:docMk/>
            <pc:sldMk cId="3451014936" sldId="8107"/>
            <ac:cxnSpMk id="22" creationId="{6B03F901-032A-8A0D-E8FE-E550F4338D4C}"/>
          </ac:cxnSpMkLst>
        </pc:cxnChg>
        <pc:cxnChg chg="add mod">
          <ac:chgData name="Yonghyun Sung" userId="ac2223b5-9af4-46ba-83c5-9fd81e81dea6" providerId="ADAL" clId="{3450202C-B6FF-4CC9-9669-29A0D17854A5}" dt="2026-07-08T06:16:09.650" v="1714" actId="408"/>
          <ac:cxnSpMkLst>
            <pc:docMk/>
            <pc:sldMk cId="3451014936" sldId="8107"/>
            <ac:cxnSpMk id="23" creationId="{88B401CB-FD21-05D3-133A-9DCD1DA31BB8}"/>
          </ac:cxnSpMkLst>
        </pc:cxnChg>
        <pc:cxnChg chg="del mod">
          <ac:chgData name="Yonghyun Sung" userId="ac2223b5-9af4-46ba-83c5-9fd81e81dea6" providerId="ADAL" clId="{3450202C-B6FF-4CC9-9669-29A0D17854A5}" dt="2026-07-08T06:15:46.145" v="1707" actId="478"/>
          <ac:cxnSpMkLst>
            <pc:docMk/>
            <pc:sldMk cId="3451014936" sldId="8107"/>
            <ac:cxnSpMk id="24" creationId="{CF0ABD9B-00CC-428A-D8A3-D463B3944095}"/>
          </ac:cxnSpMkLst>
        </pc:cxnChg>
        <pc:cxnChg chg="add mod">
          <ac:chgData name="Yonghyun Sung" userId="ac2223b5-9af4-46ba-83c5-9fd81e81dea6" providerId="ADAL" clId="{3450202C-B6FF-4CC9-9669-29A0D17854A5}" dt="2026-07-08T06:15:31.096" v="1692"/>
          <ac:cxnSpMkLst>
            <pc:docMk/>
            <pc:sldMk cId="3451014936" sldId="8107"/>
            <ac:cxnSpMk id="25" creationId="{93D5A9FE-B18D-527D-CA1B-B2AC71487DE9}"/>
          </ac:cxnSpMkLst>
        </pc:cxnChg>
        <pc:cxnChg chg="del">
          <ac:chgData name="Yonghyun Sung" userId="ac2223b5-9af4-46ba-83c5-9fd81e81dea6" providerId="ADAL" clId="{3450202C-B6FF-4CC9-9669-29A0D17854A5}" dt="2026-07-08T06:15:48.241" v="1708" actId="478"/>
          <ac:cxnSpMkLst>
            <pc:docMk/>
            <pc:sldMk cId="3451014936" sldId="8107"/>
            <ac:cxnSpMk id="26" creationId="{1BE60D11-D775-6767-BC8D-B8922B5F5F4A}"/>
          </ac:cxnSpMkLst>
        </pc:cxnChg>
        <pc:cxnChg chg="del">
          <ac:chgData name="Yonghyun Sung" userId="ac2223b5-9af4-46ba-83c5-9fd81e81dea6" providerId="ADAL" clId="{3450202C-B6FF-4CC9-9669-29A0D17854A5}" dt="2026-07-08T06:15:46.145" v="1707" actId="478"/>
          <ac:cxnSpMkLst>
            <pc:docMk/>
            <pc:sldMk cId="3451014936" sldId="8107"/>
            <ac:cxnSpMk id="27" creationId="{843160FF-F045-F0B1-12E4-7422420B4CEA}"/>
          </ac:cxnSpMkLst>
        </pc:cxnChg>
        <pc:cxnChg chg="add mod">
          <ac:chgData name="Yonghyun Sung" userId="ac2223b5-9af4-46ba-83c5-9fd81e81dea6" providerId="ADAL" clId="{3450202C-B6FF-4CC9-9669-29A0D17854A5}" dt="2026-07-08T06:16:09.650" v="1714" actId="408"/>
          <ac:cxnSpMkLst>
            <pc:docMk/>
            <pc:sldMk cId="3451014936" sldId="8107"/>
            <ac:cxnSpMk id="28" creationId="{ED3832FE-412E-F626-17AD-19BF2E6AB24F}"/>
          </ac:cxnSpMkLst>
        </pc:cxnChg>
        <pc:cxnChg chg="add mod">
          <ac:chgData name="Yonghyun Sung" userId="ac2223b5-9af4-46ba-83c5-9fd81e81dea6" providerId="ADAL" clId="{3450202C-B6FF-4CC9-9669-29A0D17854A5}" dt="2026-07-08T06:15:31.722" v="1694"/>
          <ac:cxnSpMkLst>
            <pc:docMk/>
            <pc:sldMk cId="3451014936" sldId="8107"/>
            <ac:cxnSpMk id="29" creationId="{957D9321-1975-3822-E6CF-9CF8896EFFA5}"/>
          </ac:cxnSpMkLst>
        </pc:cxnChg>
        <pc:cxnChg chg="add mod">
          <ac:chgData name="Yonghyun Sung" userId="ac2223b5-9af4-46ba-83c5-9fd81e81dea6" providerId="ADAL" clId="{3450202C-B6FF-4CC9-9669-29A0D17854A5}" dt="2026-07-08T06:16:09.650" v="1714" actId="408"/>
          <ac:cxnSpMkLst>
            <pc:docMk/>
            <pc:sldMk cId="3451014936" sldId="8107"/>
            <ac:cxnSpMk id="30" creationId="{BDB67696-C5EE-DB31-7E11-3EF161388C00}"/>
          </ac:cxnSpMkLst>
        </pc:cxnChg>
        <pc:cxnChg chg="add mod">
          <ac:chgData name="Yonghyun Sung" userId="ac2223b5-9af4-46ba-83c5-9fd81e81dea6" providerId="ADAL" clId="{3450202C-B6FF-4CC9-9669-29A0D17854A5}" dt="2026-07-08T06:16:09.650" v="1714" actId="408"/>
          <ac:cxnSpMkLst>
            <pc:docMk/>
            <pc:sldMk cId="3451014936" sldId="8107"/>
            <ac:cxnSpMk id="31" creationId="{9554CED6-BBED-43F5-3E40-1BA1AFDEB441}"/>
          </ac:cxnSpMkLst>
        </pc:cxnChg>
        <pc:cxnChg chg="add mod">
          <ac:chgData name="Yonghyun Sung" userId="ac2223b5-9af4-46ba-83c5-9fd81e81dea6" providerId="ADAL" clId="{3450202C-B6FF-4CC9-9669-29A0D17854A5}" dt="2026-07-08T06:15:32.638" v="1697"/>
          <ac:cxnSpMkLst>
            <pc:docMk/>
            <pc:sldMk cId="3451014936" sldId="8107"/>
            <ac:cxnSpMk id="32" creationId="{EA6A0B02-311C-F154-4285-B62372499B06}"/>
          </ac:cxnSpMkLst>
        </pc:cxnChg>
        <pc:cxnChg chg="add mod">
          <ac:chgData name="Yonghyun Sung" userId="ac2223b5-9af4-46ba-83c5-9fd81e81dea6" providerId="ADAL" clId="{3450202C-B6FF-4CC9-9669-29A0D17854A5}" dt="2026-07-08T06:20:39.446" v="1851" actId="1076"/>
          <ac:cxnSpMkLst>
            <pc:docMk/>
            <pc:sldMk cId="3451014936" sldId="8107"/>
            <ac:cxnSpMk id="33" creationId="{D95F6850-E81C-2F73-E3FB-95EDFCC1AEE8}"/>
          </ac:cxnSpMkLst>
        </pc:cxnChg>
        <pc:cxnChg chg="add mod">
          <ac:chgData name="Yonghyun Sung" userId="ac2223b5-9af4-46ba-83c5-9fd81e81dea6" providerId="ADAL" clId="{3450202C-B6FF-4CC9-9669-29A0D17854A5}" dt="2026-07-08T06:15:33.473" v="1699"/>
          <ac:cxnSpMkLst>
            <pc:docMk/>
            <pc:sldMk cId="3451014936" sldId="8107"/>
            <ac:cxnSpMk id="34" creationId="{8D8EB0EA-46D5-D04F-D74D-986C72644294}"/>
          </ac:cxnSpMkLst>
        </pc:cxnChg>
        <pc:cxnChg chg="add mod">
          <ac:chgData name="Yonghyun Sung" userId="ac2223b5-9af4-46ba-83c5-9fd81e81dea6" providerId="ADAL" clId="{3450202C-B6FF-4CC9-9669-29A0D17854A5}" dt="2026-07-08T06:16:09.650" v="1714" actId="408"/>
          <ac:cxnSpMkLst>
            <pc:docMk/>
            <pc:sldMk cId="3451014936" sldId="8107"/>
            <ac:cxnSpMk id="35" creationId="{8929CA51-D69E-41B0-E88D-AD1B6328DCC6}"/>
          </ac:cxnSpMkLst>
        </pc:cxnChg>
        <pc:cxnChg chg="add mod">
          <ac:chgData name="Yonghyun Sung" userId="ac2223b5-9af4-46ba-83c5-9fd81e81dea6" providerId="ADAL" clId="{3450202C-B6FF-4CC9-9669-29A0D17854A5}" dt="2026-07-08T06:15:33.885" v="1701"/>
          <ac:cxnSpMkLst>
            <pc:docMk/>
            <pc:sldMk cId="3451014936" sldId="8107"/>
            <ac:cxnSpMk id="36" creationId="{D07C4511-46CA-A323-1220-5087004F5A25}"/>
          </ac:cxnSpMkLst>
        </pc:cxnChg>
        <pc:cxnChg chg="add mod">
          <ac:chgData name="Yonghyun Sung" userId="ac2223b5-9af4-46ba-83c5-9fd81e81dea6" providerId="ADAL" clId="{3450202C-B6FF-4CC9-9669-29A0D17854A5}" dt="2026-07-08T06:20:39.446" v="1851" actId="1076"/>
          <ac:cxnSpMkLst>
            <pc:docMk/>
            <pc:sldMk cId="3451014936" sldId="8107"/>
            <ac:cxnSpMk id="39" creationId="{7EE84CE2-6245-2741-6325-C592C45AEA8B}"/>
          </ac:cxnSpMkLst>
        </pc:cxnChg>
        <pc:cxnChg chg="add mod">
          <ac:chgData name="Yonghyun Sung" userId="ac2223b5-9af4-46ba-83c5-9fd81e81dea6" providerId="ADAL" clId="{3450202C-B6FF-4CC9-9669-29A0D17854A5}" dt="2026-07-08T06:15:34.317" v="1703"/>
          <ac:cxnSpMkLst>
            <pc:docMk/>
            <pc:sldMk cId="3451014936" sldId="8107"/>
            <ac:cxnSpMk id="41" creationId="{288EDF7F-99E2-2FF4-407C-04D369620D56}"/>
          </ac:cxnSpMkLst>
        </pc:cxnChg>
        <pc:cxnChg chg="del mod">
          <ac:chgData name="Yonghyun Sung" userId="ac2223b5-9af4-46ba-83c5-9fd81e81dea6" providerId="ADAL" clId="{3450202C-B6FF-4CC9-9669-29A0D17854A5}" dt="2026-07-08T06:26:20.706" v="1929" actId="478"/>
          <ac:cxnSpMkLst>
            <pc:docMk/>
            <pc:sldMk cId="3451014936" sldId="8107"/>
            <ac:cxnSpMk id="45" creationId="{7C178E8D-0F91-7308-E66B-2DA1B618774B}"/>
          </ac:cxnSpMkLst>
        </pc:cxnChg>
        <pc:cxnChg chg="mod">
          <ac:chgData name="Yonghyun Sung" userId="ac2223b5-9af4-46ba-83c5-9fd81e81dea6" providerId="ADAL" clId="{3450202C-B6FF-4CC9-9669-29A0D17854A5}" dt="2026-07-08T06:16:09.650" v="1714" actId="408"/>
          <ac:cxnSpMkLst>
            <pc:docMk/>
            <pc:sldMk cId="3451014936" sldId="8107"/>
            <ac:cxnSpMk id="47" creationId="{510EF7FE-96D8-BC8E-294A-23EC487E20CB}"/>
          </ac:cxnSpMkLst>
        </pc:cxnChg>
        <pc:cxnChg chg="del mod">
          <ac:chgData name="Yonghyun Sung" userId="ac2223b5-9af4-46ba-83c5-9fd81e81dea6" providerId="ADAL" clId="{3450202C-B6FF-4CC9-9669-29A0D17854A5}" dt="2026-07-08T06:26:20.706" v="1929" actId="478"/>
          <ac:cxnSpMkLst>
            <pc:docMk/>
            <pc:sldMk cId="3451014936" sldId="8107"/>
            <ac:cxnSpMk id="48" creationId="{23CC8F78-9E65-1F3F-D337-1851B53200EA}"/>
          </ac:cxnSpMkLst>
        </pc:cxnChg>
        <pc:cxnChg chg="mod">
          <ac:chgData name="Yonghyun Sung" userId="ac2223b5-9af4-46ba-83c5-9fd81e81dea6" providerId="ADAL" clId="{3450202C-B6FF-4CC9-9669-29A0D17854A5}" dt="2026-07-08T06:16:09.650" v="1714" actId="408"/>
          <ac:cxnSpMkLst>
            <pc:docMk/>
            <pc:sldMk cId="3451014936" sldId="8107"/>
            <ac:cxnSpMk id="50" creationId="{6ABD8542-6996-DBAD-DAC7-E2D24923767F}"/>
          </ac:cxnSpMkLst>
        </pc:cxnChg>
        <pc:cxnChg chg="del">
          <ac:chgData name="Yonghyun Sung" userId="ac2223b5-9af4-46ba-83c5-9fd81e81dea6" providerId="ADAL" clId="{3450202C-B6FF-4CC9-9669-29A0D17854A5}" dt="2026-07-08T06:15:59.415" v="1712" actId="478"/>
          <ac:cxnSpMkLst>
            <pc:docMk/>
            <pc:sldMk cId="3451014936" sldId="8107"/>
            <ac:cxnSpMk id="57" creationId="{224E9F5B-4F35-4663-9DC3-990076E9097E}"/>
          </ac:cxnSpMkLst>
        </pc:cxnChg>
        <pc:cxnChg chg="add mod">
          <ac:chgData name="Yonghyun Sung" userId="ac2223b5-9af4-46ba-83c5-9fd81e81dea6" providerId="ADAL" clId="{3450202C-B6FF-4CC9-9669-29A0D17854A5}" dt="2026-07-08T06:20:39.446" v="1851" actId="1076"/>
          <ac:cxnSpMkLst>
            <pc:docMk/>
            <pc:sldMk cId="3451014936" sldId="8107"/>
            <ac:cxnSpMk id="58" creationId="{A1CD2326-B1E4-CB0D-C08B-D632CBC1E82D}"/>
          </ac:cxnSpMkLst>
        </pc:cxnChg>
        <pc:cxnChg chg="del mod">
          <ac:chgData name="Yonghyun Sung" userId="ac2223b5-9af4-46ba-83c5-9fd81e81dea6" providerId="ADAL" clId="{3450202C-B6FF-4CC9-9669-29A0D17854A5}" dt="2026-07-08T06:15:51.065" v="1709" actId="478"/>
          <ac:cxnSpMkLst>
            <pc:docMk/>
            <pc:sldMk cId="3451014936" sldId="8107"/>
            <ac:cxnSpMk id="59" creationId="{6F478C31-6EB7-4BB5-9AC7-57E040A6BD8C}"/>
          </ac:cxnSpMkLst>
        </pc:cxnChg>
        <pc:cxnChg chg="add mod">
          <ac:chgData name="Yonghyun Sung" userId="ac2223b5-9af4-46ba-83c5-9fd81e81dea6" providerId="ADAL" clId="{3450202C-B6FF-4CC9-9669-29A0D17854A5}" dt="2026-07-08T06:15:34.787" v="1705"/>
          <ac:cxnSpMkLst>
            <pc:docMk/>
            <pc:sldMk cId="3451014936" sldId="8107"/>
            <ac:cxnSpMk id="60" creationId="{DEB76FC5-8DB2-2476-6F72-7A03CF068389}"/>
          </ac:cxnSpMkLst>
        </pc:cxnChg>
        <pc:cxnChg chg="add mod">
          <ac:chgData name="Yonghyun Sung" userId="ac2223b5-9af4-46ba-83c5-9fd81e81dea6" providerId="ADAL" clId="{3450202C-B6FF-4CC9-9669-29A0D17854A5}" dt="2026-07-08T06:15:35.112" v="1706"/>
          <ac:cxnSpMkLst>
            <pc:docMk/>
            <pc:sldMk cId="3451014936" sldId="8107"/>
            <ac:cxnSpMk id="61" creationId="{DE19999A-5639-F199-D964-A9E370FF5E1C}"/>
          </ac:cxnSpMkLst>
        </pc:cxnChg>
        <pc:cxnChg chg="add mod">
          <ac:chgData name="Yonghyun Sung" userId="ac2223b5-9af4-46ba-83c5-9fd81e81dea6" providerId="ADAL" clId="{3450202C-B6FF-4CC9-9669-29A0D17854A5}" dt="2026-07-08T06:20:55.527" v="1855" actId="208"/>
          <ac:cxnSpMkLst>
            <pc:docMk/>
            <pc:sldMk cId="3451014936" sldId="8107"/>
            <ac:cxnSpMk id="63" creationId="{E3E4A62A-7769-B953-3E58-6BF7F742F61D}"/>
          </ac:cxnSpMkLst>
        </pc:cxnChg>
        <pc:cxnChg chg="add mod">
          <ac:chgData name="Yonghyun Sung" userId="ac2223b5-9af4-46ba-83c5-9fd81e81dea6" providerId="ADAL" clId="{3450202C-B6FF-4CC9-9669-29A0D17854A5}" dt="2026-07-08T06:20:55.527" v="1855" actId="208"/>
          <ac:cxnSpMkLst>
            <pc:docMk/>
            <pc:sldMk cId="3451014936" sldId="8107"/>
            <ac:cxnSpMk id="67" creationId="{9FC4A357-AFBA-6528-687D-153F61CDAC06}"/>
          </ac:cxnSpMkLst>
        </pc:cxnChg>
        <pc:cxnChg chg="add mod">
          <ac:chgData name="Yonghyun Sung" userId="ac2223b5-9af4-46ba-83c5-9fd81e81dea6" providerId="ADAL" clId="{3450202C-B6FF-4CC9-9669-29A0D17854A5}" dt="2026-07-08T06:20:55.527" v="1855" actId="208"/>
          <ac:cxnSpMkLst>
            <pc:docMk/>
            <pc:sldMk cId="3451014936" sldId="8107"/>
            <ac:cxnSpMk id="69" creationId="{80CE809D-B4F1-BF2B-37A5-07A2F0995D06}"/>
          </ac:cxnSpMkLst>
        </pc:cxnChg>
        <pc:cxnChg chg="del">
          <ac:chgData name="Yonghyun Sung" userId="ac2223b5-9af4-46ba-83c5-9fd81e81dea6" providerId="ADAL" clId="{3450202C-B6FF-4CC9-9669-29A0D17854A5}" dt="2026-07-08T06:15:53.184" v="1710" actId="478"/>
          <ac:cxnSpMkLst>
            <pc:docMk/>
            <pc:sldMk cId="3451014936" sldId="8107"/>
            <ac:cxnSpMk id="79" creationId="{3DF74757-C630-66B2-50D6-B6C8082887FE}"/>
          </ac:cxnSpMkLst>
        </pc:cxnChg>
        <pc:cxnChg chg="add del mod ord">
          <ac:chgData name="Yonghyun Sung" userId="ac2223b5-9af4-46ba-83c5-9fd81e81dea6" providerId="ADAL" clId="{3450202C-B6FF-4CC9-9669-29A0D17854A5}" dt="2026-07-08T06:36:29.610" v="2618" actId="478"/>
          <ac:cxnSpMkLst>
            <pc:docMk/>
            <pc:sldMk cId="3451014936" sldId="8107"/>
            <ac:cxnSpMk id="80" creationId="{0BDF30D6-E7D4-A087-7FD5-2481B103D578}"/>
          </ac:cxnSpMkLst>
        </pc:cxnChg>
        <pc:cxnChg chg="del">
          <ac:chgData name="Yonghyun Sung" userId="ac2223b5-9af4-46ba-83c5-9fd81e81dea6" providerId="ADAL" clId="{3450202C-B6FF-4CC9-9669-29A0D17854A5}" dt="2026-07-08T06:15:51.065" v="1709" actId="478"/>
          <ac:cxnSpMkLst>
            <pc:docMk/>
            <pc:sldMk cId="3451014936" sldId="8107"/>
            <ac:cxnSpMk id="90" creationId="{A4299D61-EA21-39DC-B77F-1AFAA3FAF8CE}"/>
          </ac:cxnSpMkLst>
        </pc:cxnChg>
        <pc:cxnChg chg="add del mod">
          <ac:chgData name="Yonghyun Sung" userId="ac2223b5-9af4-46ba-83c5-9fd81e81dea6" providerId="ADAL" clId="{3450202C-B6FF-4CC9-9669-29A0D17854A5}" dt="2026-07-08T06:36:29.610" v="2618" actId="478"/>
          <ac:cxnSpMkLst>
            <pc:docMk/>
            <pc:sldMk cId="3451014936" sldId="8107"/>
            <ac:cxnSpMk id="103" creationId="{022A0E0A-E199-63D4-0289-E740D387763A}"/>
          </ac:cxnSpMkLst>
        </pc:cxnChg>
        <pc:cxnChg chg="add del mod">
          <ac:chgData name="Yonghyun Sung" userId="ac2223b5-9af4-46ba-83c5-9fd81e81dea6" providerId="ADAL" clId="{3450202C-B6FF-4CC9-9669-29A0D17854A5}" dt="2026-07-08T06:36:29.610" v="2618" actId="478"/>
          <ac:cxnSpMkLst>
            <pc:docMk/>
            <pc:sldMk cId="3451014936" sldId="8107"/>
            <ac:cxnSpMk id="105" creationId="{37F067DB-F1EB-CD6E-4579-3540BDFC1E3B}"/>
          </ac:cxnSpMkLst>
        </pc:cxnChg>
        <pc:cxnChg chg="add del mod">
          <ac:chgData name="Yonghyun Sung" userId="ac2223b5-9af4-46ba-83c5-9fd81e81dea6" providerId="ADAL" clId="{3450202C-B6FF-4CC9-9669-29A0D17854A5}" dt="2026-07-08T06:36:29.610" v="2618" actId="478"/>
          <ac:cxnSpMkLst>
            <pc:docMk/>
            <pc:sldMk cId="3451014936" sldId="8107"/>
            <ac:cxnSpMk id="107" creationId="{19C4890A-A1B5-2D74-405A-AAE8AD9091F8}"/>
          </ac:cxnSpMkLst>
        </pc:cxnChg>
        <pc:cxnChg chg="add mod">
          <ac:chgData name="Yonghyun Sung" userId="ac2223b5-9af4-46ba-83c5-9fd81e81dea6" providerId="ADAL" clId="{3450202C-B6FF-4CC9-9669-29A0D17854A5}" dt="2026-07-08T06:30:52.961" v="2144" actId="1076"/>
          <ac:cxnSpMkLst>
            <pc:docMk/>
            <pc:sldMk cId="3451014936" sldId="8107"/>
            <ac:cxnSpMk id="110" creationId="{47BB7D5B-6A01-73CA-1B62-ABA544882836}"/>
          </ac:cxnSpMkLst>
        </pc:cxnChg>
      </pc:sldChg>
      <pc:sldChg chg="addSp delSp modSp del mod">
        <pc:chgData name="Yonghyun Sung" userId="ac2223b5-9af4-46ba-83c5-9fd81e81dea6" providerId="ADAL" clId="{3450202C-B6FF-4CC9-9669-29A0D17854A5}" dt="2026-07-09T05:43:05.898" v="5754" actId="47"/>
        <pc:sldMkLst>
          <pc:docMk/>
          <pc:sldMk cId="1224110704" sldId="8108"/>
        </pc:sldMkLst>
        <pc:spChg chg="mod">
          <ac:chgData name="Yonghyun Sung" userId="ac2223b5-9af4-46ba-83c5-9fd81e81dea6" providerId="ADAL" clId="{3450202C-B6FF-4CC9-9669-29A0D17854A5}" dt="2026-07-08T06:42:29.041" v="2795" actId="20577"/>
          <ac:spMkLst>
            <pc:docMk/>
            <pc:sldMk cId="1224110704" sldId="8108"/>
            <ac:spMk id="9" creationId="{C944869F-6584-70C5-4EC8-2C2EE74FB4AB}"/>
          </ac:spMkLst>
        </pc:spChg>
        <pc:spChg chg="del">
          <ac:chgData name="Yonghyun Sung" userId="ac2223b5-9af4-46ba-83c5-9fd81e81dea6" providerId="ADAL" clId="{3450202C-B6FF-4CC9-9669-29A0D17854A5}" dt="2026-07-08T06:53:18.043" v="2921" actId="478"/>
          <ac:spMkLst>
            <pc:docMk/>
            <pc:sldMk cId="1224110704" sldId="8108"/>
            <ac:spMk id="99" creationId="{A43AF657-099D-1A76-4AAB-44D4C53D5A96}"/>
          </ac:spMkLst>
        </pc:spChg>
        <pc:spChg chg="del">
          <ac:chgData name="Yonghyun Sung" userId="ac2223b5-9af4-46ba-83c5-9fd81e81dea6" providerId="ADAL" clId="{3450202C-B6FF-4CC9-9669-29A0D17854A5}" dt="2026-07-08T06:53:18.043" v="2921" actId="478"/>
          <ac:spMkLst>
            <pc:docMk/>
            <pc:sldMk cId="1224110704" sldId="8108"/>
            <ac:spMk id="104" creationId="{8AF24B1B-91B5-1334-54CD-374F085F6CAE}"/>
          </ac:spMkLst>
        </pc:spChg>
        <pc:spChg chg="del">
          <ac:chgData name="Yonghyun Sung" userId="ac2223b5-9af4-46ba-83c5-9fd81e81dea6" providerId="ADAL" clId="{3450202C-B6FF-4CC9-9669-29A0D17854A5}" dt="2026-07-08T06:53:18.043" v="2921" actId="478"/>
          <ac:spMkLst>
            <pc:docMk/>
            <pc:sldMk cId="1224110704" sldId="8108"/>
            <ac:spMk id="108" creationId="{686E84EF-6AC6-DDC1-889D-C169CDF55210}"/>
          </ac:spMkLst>
        </pc:spChg>
        <pc:spChg chg="del">
          <ac:chgData name="Yonghyun Sung" userId="ac2223b5-9af4-46ba-83c5-9fd81e81dea6" providerId="ADAL" clId="{3450202C-B6FF-4CC9-9669-29A0D17854A5}" dt="2026-07-08T06:53:18.043" v="2921" actId="478"/>
          <ac:spMkLst>
            <pc:docMk/>
            <pc:sldMk cId="1224110704" sldId="8108"/>
            <ac:spMk id="109" creationId="{CA5D7DA3-5152-ACE6-D7E0-B867FFC67DED}"/>
          </ac:spMkLst>
        </pc:spChg>
        <pc:spChg chg="del">
          <ac:chgData name="Yonghyun Sung" userId="ac2223b5-9af4-46ba-83c5-9fd81e81dea6" providerId="ADAL" clId="{3450202C-B6FF-4CC9-9669-29A0D17854A5}" dt="2026-07-08T06:55:00.402" v="2972" actId="478"/>
          <ac:spMkLst>
            <pc:docMk/>
            <pc:sldMk cId="1224110704" sldId="8108"/>
            <ac:spMk id="114" creationId="{EB2B7016-1FA7-3D78-795B-7EDF504B6B15}"/>
          </ac:spMkLst>
        </pc:spChg>
        <pc:spChg chg="mod">
          <ac:chgData name="Yonghyun Sung" userId="ac2223b5-9af4-46ba-83c5-9fd81e81dea6" providerId="ADAL" clId="{3450202C-B6FF-4CC9-9669-29A0D17854A5}" dt="2026-07-08T06:43:12.469" v="2914" actId="1076"/>
          <ac:spMkLst>
            <pc:docMk/>
            <pc:sldMk cId="1224110704" sldId="8108"/>
            <ac:spMk id="126" creationId="{C7509111-4174-75EF-4385-1D2BB0705092}"/>
          </ac:spMkLst>
        </pc:spChg>
        <pc:spChg chg="mod">
          <ac:chgData name="Yonghyun Sung" userId="ac2223b5-9af4-46ba-83c5-9fd81e81dea6" providerId="ADAL" clId="{3450202C-B6FF-4CC9-9669-29A0D17854A5}" dt="2026-07-08T06:43:12.469" v="2914" actId="1076"/>
          <ac:spMkLst>
            <pc:docMk/>
            <pc:sldMk cId="1224110704" sldId="8108"/>
            <ac:spMk id="127" creationId="{0DDDD7BA-BB20-C75D-F9D9-4293B5EE6076}"/>
          </ac:spMkLst>
        </pc:spChg>
        <pc:spChg chg="mod">
          <ac:chgData name="Yonghyun Sung" userId="ac2223b5-9af4-46ba-83c5-9fd81e81dea6" providerId="ADAL" clId="{3450202C-B6FF-4CC9-9669-29A0D17854A5}" dt="2026-07-08T06:54:59.227" v="2971" actId="20577"/>
          <ac:spMkLst>
            <pc:docMk/>
            <pc:sldMk cId="1224110704" sldId="8108"/>
            <ac:spMk id="129" creationId="{C172F91E-514E-8F94-68D3-B54634E23BC5}"/>
          </ac:spMkLst>
        </pc:spChg>
        <pc:spChg chg="mod">
          <ac:chgData name="Yonghyun Sung" userId="ac2223b5-9af4-46ba-83c5-9fd81e81dea6" providerId="ADAL" clId="{3450202C-B6FF-4CC9-9669-29A0D17854A5}" dt="2026-07-08T06:55:12.780" v="3018" actId="20577"/>
          <ac:spMkLst>
            <pc:docMk/>
            <pc:sldMk cId="1224110704" sldId="8108"/>
            <ac:spMk id="130" creationId="{EB4AC889-E8CE-D908-8F98-3EB2D64338A7}"/>
          </ac:spMkLst>
        </pc:spChg>
        <pc:picChg chg="add mod">
          <ac:chgData name="Yonghyun Sung" userId="ac2223b5-9af4-46ba-83c5-9fd81e81dea6" providerId="ADAL" clId="{3450202C-B6FF-4CC9-9669-29A0D17854A5}" dt="2026-07-08T06:54:18.413" v="2927" actId="1076"/>
          <ac:picMkLst>
            <pc:docMk/>
            <pc:sldMk cId="1224110704" sldId="8108"/>
            <ac:picMk id="2" creationId="{B5F45FCD-48BE-B502-3BB7-AB86BB3705A0}"/>
          </ac:picMkLst>
        </pc:picChg>
        <pc:picChg chg="add mod">
          <ac:chgData name="Yonghyun Sung" userId="ac2223b5-9af4-46ba-83c5-9fd81e81dea6" providerId="ADAL" clId="{3450202C-B6FF-4CC9-9669-29A0D17854A5}" dt="2026-07-08T06:54:16.922" v="2926" actId="14100"/>
          <ac:picMkLst>
            <pc:docMk/>
            <pc:sldMk cId="1224110704" sldId="8108"/>
            <ac:picMk id="3" creationId="{F1498C7B-E71F-9ECB-D8C6-BEE2C2452A00}"/>
          </ac:picMkLst>
        </pc:picChg>
        <pc:picChg chg="add mod">
          <ac:chgData name="Yonghyun Sung" userId="ac2223b5-9af4-46ba-83c5-9fd81e81dea6" providerId="ADAL" clId="{3450202C-B6FF-4CC9-9669-29A0D17854A5}" dt="2026-07-08T06:54:47.782" v="2931" actId="1076"/>
          <ac:picMkLst>
            <pc:docMk/>
            <pc:sldMk cId="1224110704" sldId="8108"/>
            <ac:picMk id="4" creationId="{D0B3A7EC-12BA-9B84-8AFE-5C184578831B}"/>
          </ac:picMkLst>
        </pc:picChg>
        <pc:picChg chg="del">
          <ac:chgData name="Yonghyun Sung" userId="ac2223b5-9af4-46ba-83c5-9fd81e81dea6" providerId="ADAL" clId="{3450202C-B6FF-4CC9-9669-29A0D17854A5}" dt="2026-07-08T06:43:48.413" v="2915" actId="478"/>
          <ac:picMkLst>
            <pc:docMk/>
            <pc:sldMk cId="1224110704" sldId="8108"/>
            <ac:picMk id="94" creationId="{D8D9865E-9593-CD74-AD45-0D879A6DF5D0}"/>
          </ac:picMkLst>
        </pc:picChg>
        <pc:picChg chg="del">
          <ac:chgData name="Yonghyun Sung" userId="ac2223b5-9af4-46ba-83c5-9fd81e81dea6" providerId="ADAL" clId="{3450202C-B6FF-4CC9-9669-29A0D17854A5}" dt="2026-07-08T06:53:14.859" v="2920" actId="478"/>
          <ac:picMkLst>
            <pc:docMk/>
            <pc:sldMk cId="1224110704" sldId="8108"/>
            <ac:picMk id="115" creationId="{9DEEF545-2D9F-7E5B-B1F1-4DD93A722D0B}"/>
          </ac:picMkLst>
        </pc:picChg>
        <pc:picChg chg="del">
          <ac:chgData name="Yonghyun Sung" userId="ac2223b5-9af4-46ba-83c5-9fd81e81dea6" providerId="ADAL" clId="{3450202C-B6FF-4CC9-9669-29A0D17854A5}" dt="2026-07-08T06:43:48.413" v="2915" actId="478"/>
          <ac:picMkLst>
            <pc:docMk/>
            <pc:sldMk cId="1224110704" sldId="8108"/>
            <ac:picMk id="120" creationId="{6BA438F9-2F01-391F-8816-F195F1AFB3AF}"/>
          </ac:picMkLst>
        </pc:picChg>
        <pc:cxnChg chg="del mod">
          <ac:chgData name="Yonghyun Sung" userId="ac2223b5-9af4-46ba-83c5-9fd81e81dea6" providerId="ADAL" clId="{3450202C-B6FF-4CC9-9669-29A0D17854A5}" dt="2026-07-08T06:53:18.043" v="2921" actId="478"/>
          <ac:cxnSpMkLst>
            <pc:docMk/>
            <pc:sldMk cId="1224110704" sldId="8108"/>
            <ac:cxnSpMk id="110" creationId="{86E31109-75EF-754B-3979-1C248AF76699}"/>
          </ac:cxnSpMkLst>
        </pc:cxnChg>
        <pc:cxnChg chg="del mod">
          <ac:chgData name="Yonghyun Sung" userId="ac2223b5-9af4-46ba-83c5-9fd81e81dea6" providerId="ADAL" clId="{3450202C-B6FF-4CC9-9669-29A0D17854A5}" dt="2026-07-08T06:53:18.043" v="2921" actId="478"/>
          <ac:cxnSpMkLst>
            <pc:docMk/>
            <pc:sldMk cId="1224110704" sldId="8108"/>
            <ac:cxnSpMk id="113" creationId="{63930812-3440-DEBB-611C-4EE4AFC339BF}"/>
          </ac:cxnSpMkLst>
        </pc:cxnChg>
        <pc:cxnChg chg="del">
          <ac:chgData name="Yonghyun Sung" userId="ac2223b5-9af4-46ba-83c5-9fd81e81dea6" providerId="ADAL" clId="{3450202C-B6FF-4CC9-9669-29A0D17854A5}" dt="2026-07-08T06:53:14.859" v="2920" actId="478"/>
          <ac:cxnSpMkLst>
            <pc:docMk/>
            <pc:sldMk cId="1224110704" sldId="8108"/>
            <ac:cxnSpMk id="116" creationId="{8DD187F2-0818-55E5-9231-800702F4DCA6}"/>
          </ac:cxnSpMkLst>
        </pc:cxnChg>
        <pc:cxnChg chg="del">
          <ac:chgData name="Yonghyun Sung" userId="ac2223b5-9af4-46ba-83c5-9fd81e81dea6" providerId="ADAL" clId="{3450202C-B6FF-4CC9-9669-29A0D17854A5}" dt="2026-07-08T06:53:14.859" v="2920" actId="478"/>
          <ac:cxnSpMkLst>
            <pc:docMk/>
            <pc:sldMk cId="1224110704" sldId="8108"/>
            <ac:cxnSpMk id="117" creationId="{226D7639-F8CE-E83C-3169-2F479489BDDC}"/>
          </ac:cxnSpMkLst>
        </pc:cxnChg>
      </pc:sldChg>
      <pc:sldChg chg="del">
        <pc:chgData name="Yonghyun Sung" userId="ac2223b5-9af4-46ba-83c5-9fd81e81dea6" providerId="ADAL" clId="{3450202C-B6FF-4CC9-9669-29A0D17854A5}" dt="2026-07-08T06:57:54.854" v="3120" actId="47"/>
        <pc:sldMkLst>
          <pc:docMk/>
          <pc:sldMk cId="1401105574" sldId="8109"/>
        </pc:sldMkLst>
      </pc:sldChg>
      <pc:sldChg chg="addSp delSp modSp add mod">
        <pc:chgData name="Yonghyun Sung" userId="ac2223b5-9af4-46ba-83c5-9fd81e81dea6" providerId="ADAL" clId="{3450202C-B6FF-4CC9-9669-29A0D17854A5}" dt="2026-07-09T05:24:01.357" v="5606" actId="1076"/>
        <pc:sldMkLst>
          <pc:docMk/>
          <pc:sldMk cId="3241096666" sldId="8110"/>
        </pc:sldMkLst>
        <pc:spChg chg="mod">
          <ac:chgData name="Yonghyun Sung" userId="ac2223b5-9af4-46ba-83c5-9fd81e81dea6" providerId="ADAL" clId="{3450202C-B6FF-4CC9-9669-29A0D17854A5}" dt="2026-07-09T05:01:48.361" v="4516" actId="6549"/>
          <ac:spMkLst>
            <pc:docMk/>
            <pc:sldMk cId="3241096666" sldId="8110"/>
            <ac:spMk id="6" creationId="{CCB179C1-D2BD-FF9E-DB73-67C76E5DCF3B}"/>
          </ac:spMkLst>
        </pc:spChg>
        <pc:spChg chg="add mod">
          <ac:chgData name="Yonghyun Sung" userId="ac2223b5-9af4-46ba-83c5-9fd81e81dea6" providerId="ADAL" clId="{3450202C-B6FF-4CC9-9669-29A0D17854A5}" dt="2026-07-09T04:59:05.956" v="4403" actId="1036"/>
          <ac:spMkLst>
            <pc:docMk/>
            <pc:sldMk cId="3241096666" sldId="8110"/>
            <ac:spMk id="7" creationId="{7BCCB985-58BF-1562-EFD1-4450445EDB6D}"/>
          </ac:spMkLst>
        </pc:spChg>
        <pc:spChg chg="mod">
          <ac:chgData name="Yonghyun Sung" userId="ac2223b5-9af4-46ba-83c5-9fd81e81dea6" providerId="ADAL" clId="{3450202C-B6FF-4CC9-9669-29A0D17854A5}" dt="2026-07-08T06:25:57.061" v="1922" actId="20577"/>
          <ac:spMkLst>
            <pc:docMk/>
            <pc:sldMk cId="3241096666" sldId="8110"/>
            <ac:spMk id="9" creationId="{C944869F-6584-70C5-4EC8-2C2EE74FB4AB}"/>
          </ac:spMkLst>
        </pc:spChg>
        <pc:spChg chg="add mod">
          <ac:chgData name="Yonghyun Sung" userId="ac2223b5-9af4-46ba-83c5-9fd81e81dea6" providerId="ADAL" clId="{3450202C-B6FF-4CC9-9669-29A0D17854A5}" dt="2026-07-09T02:47:07.614" v="3707" actId="554"/>
          <ac:spMkLst>
            <pc:docMk/>
            <pc:sldMk cId="3241096666" sldId="8110"/>
            <ac:spMk id="11" creationId="{6ACCCC25-12D6-BEFF-DA33-4ACF6D18BB09}"/>
          </ac:spMkLst>
        </pc:spChg>
        <pc:spChg chg="add mod">
          <ac:chgData name="Yonghyun Sung" userId="ac2223b5-9af4-46ba-83c5-9fd81e81dea6" providerId="ADAL" clId="{3450202C-B6FF-4CC9-9669-29A0D17854A5}" dt="2026-07-09T02:47:07.614" v="3707" actId="554"/>
          <ac:spMkLst>
            <pc:docMk/>
            <pc:sldMk cId="3241096666" sldId="8110"/>
            <ac:spMk id="13" creationId="{CF55DAA1-603E-F698-B43C-B2765A9D4966}"/>
          </ac:spMkLst>
        </pc:spChg>
        <pc:spChg chg="del">
          <ac:chgData name="Yonghyun Sung" userId="ac2223b5-9af4-46ba-83c5-9fd81e81dea6" providerId="ADAL" clId="{3450202C-B6FF-4CC9-9669-29A0D17854A5}" dt="2026-07-09T00:00:37.225" v="3670" actId="478"/>
          <ac:spMkLst>
            <pc:docMk/>
            <pc:sldMk cId="3241096666" sldId="8110"/>
            <ac:spMk id="14" creationId="{1F0E95AC-33D7-CE7A-9464-63C492868F69}"/>
          </ac:spMkLst>
        </pc:spChg>
        <pc:spChg chg="del">
          <ac:chgData name="Yonghyun Sung" userId="ac2223b5-9af4-46ba-83c5-9fd81e81dea6" providerId="ADAL" clId="{3450202C-B6FF-4CC9-9669-29A0D17854A5}" dt="2026-07-09T00:01:09.568" v="3671" actId="478"/>
          <ac:spMkLst>
            <pc:docMk/>
            <pc:sldMk cId="3241096666" sldId="8110"/>
            <ac:spMk id="16" creationId="{685DF595-A2C1-D01C-CF25-701E2B591771}"/>
          </ac:spMkLst>
        </pc:spChg>
        <pc:spChg chg="add mod">
          <ac:chgData name="Yonghyun Sung" userId="ac2223b5-9af4-46ba-83c5-9fd81e81dea6" providerId="ADAL" clId="{3450202C-B6FF-4CC9-9669-29A0D17854A5}" dt="2026-07-09T02:47:06.257" v="3706" actId="554"/>
          <ac:spMkLst>
            <pc:docMk/>
            <pc:sldMk cId="3241096666" sldId="8110"/>
            <ac:spMk id="19" creationId="{DEB83329-A7D5-6579-6083-E38A5F189380}"/>
          </ac:spMkLst>
        </pc:spChg>
        <pc:spChg chg="add mod">
          <ac:chgData name="Yonghyun Sung" userId="ac2223b5-9af4-46ba-83c5-9fd81e81dea6" providerId="ADAL" clId="{3450202C-B6FF-4CC9-9669-29A0D17854A5}" dt="2026-07-09T02:47:07.614" v="3707" actId="554"/>
          <ac:spMkLst>
            <pc:docMk/>
            <pc:sldMk cId="3241096666" sldId="8110"/>
            <ac:spMk id="20" creationId="{CA784D35-FDF5-7881-8DFC-28C79A052B1F}"/>
          </ac:spMkLst>
        </pc:spChg>
        <pc:spChg chg="add mod">
          <ac:chgData name="Yonghyun Sung" userId="ac2223b5-9af4-46ba-83c5-9fd81e81dea6" providerId="ADAL" clId="{3450202C-B6FF-4CC9-9669-29A0D17854A5}" dt="2026-07-09T02:47:07.614" v="3707" actId="554"/>
          <ac:spMkLst>
            <pc:docMk/>
            <pc:sldMk cId="3241096666" sldId="8110"/>
            <ac:spMk id="21" creationId="{56A72A5A-8B5D-BC8B-2874-488F07EC1169}"/>
          </ac:spMkLst>
        </pc:spChg>
        <pc:spChg chg="add mod">
          <ac:chgData name="Yonghyun Sung" userId="ac2223b5-9af4-46ba-83c5-9fd81e81dea6" providerId="ADAL" clId="{3450202C-B6FF-4CC9-9669-29A0D17854A5}" dt="2026-07-09T02:47:07.614" v="3707" actId="554"/>
          <ac:spMkLst>
            <pc:docMk/>
            <pc:sldMk cId="3241096666" sldId="8110"/>
            <ac:spMk id="24" creationId="{C875571F-113F-6149-9138-C6B8E44C6BAF}"/>
          </ac:spMkLst>
        </pc:spChg>
        <pc:spChg chg="add mod">
          <ac:chgData name="Yonghyun Sung" userId="ac2223b5-9af4-46ba-83c5-9fd81e81dea6" providerId="ADAL" clId="{3450202C-B6FF-4CC9-9669-29A0D17854A5}" dt="2026-07-09T02:47:07.614" v="3707" actId="554"/>
          <ac:spMkLst>
            <pc:docMk/>
            <pc:sldMk cId="3241096666" sldId="8110"/>
            <ac:spMk id="26" creationId="{BF8040F3-499E-6C55-01C7-B1E99701435A}"/>
          </ac:spMkLst>
        </pc:spChg>
        <pc:spChg chg="add mod">
          <ac:chgData name="Yonghyun Sung" userId="ac2223b5-9af4-46ba-83c5-9fd81e81dea6" providerId="ADAL" clId="{3450202C-B6FF-4CC9-9669-29A0D17854A5}" dt="2026-07-09T04:59:05.956" v="4403" actId="1036"/>
          <ac:spMkLst>
            <pc:docMk/>
            <pc:sldMk cId="3241096666" sldId="8110"/>
            <ac:spMk id="27" creationId="{926E0DA2-0B12-FB4F-2CFF-93E600569CE5}"/>
          </ac:spMkLst>
        </pc:spChg>
        <pc:spChg chg="add mod">
          <ac:chgData name="Yonghyun Sung" userId="ac2223b5-9af4-46ba-83c5-9fd81e81dea6" providerId="ADAL" clId="{3450202C-B6FF-4CC9-9669-29A0D17854A5}" dt="2026-07-09T04:59:57.723" v="4426" actId="554"/>
          <ac:spMkLst>
            <pc:docMk/>
            <pc:sldMk cId="3241096666" sldId="8110"/>
            <ac:spMk id="37" creationId="{20D5225B-7958-A743-5215-AAA835D168C0}"/>
          </ac:spMkLst>
        </pc:spChg>
        <pc:spChg chg="mod">
          <ac:chgData name="Yonghyun Sung" userId="ac2223b5-9af4-46ba-83c5-9fd81e81dea6" providerId="ADAL" clId="{3450202C-B6FF-4CC9-9669-29A0D17854A5}" dt="2026-07-09T05:14:02.765" v="5311" actId="20577"/>
          <ac:spMkLst>
            <pc:docMk/>
            <pc:sldMk cId="3241096666" sldId="8110"/>
            <ac:spMk id="38" creationId="{9DB6E228-CB0E-2263-180D-EFD83EF95057}"/>
          </ac:spMkLst>
        </pc:spChg>
        <pc:spChg chg="add del mod">
          <ac:chgData name="Yonghyun Sung" userId="ac2223b5-9af4-46ba-83c5-9fd81e81dea6" providerId="ADAL" clId="{3450202C-B6FF-4CC9-9669-29A0D17854A5}" dt="2026-07-09T04:59:36.384" v="4411" actId="478"/>
          <ac:spMkLst>
            <pc:docMk/>
            <pc:sldMk cId="3241096666" sldId="8110"/>
            <ac:spMk id="40" creationId="{C193356C-389E-30E1-A74A-51E7BC2BB364}"/>
          </ac:spMkLst>
        </pc:spChg>
        <pc:spChg chg="add mod">
          <ac:chgData name="Yonghyun Sung" userId="ac2223b5-9af4-46ba-83c5-9fd81e81dea6" providerId="ADAL" clId="{3450202C-B6FF-4CC9-9669-29A0D17854A5}" dt="2026-07-09T05:24:01.357" v="5606" actId="1076"/>
          <ac:spMkLst>
            <pc:docMk/>
            <pc:sldMk cId="3241096666" sldId="8110"/>
            <ac:spMk id="42" creationId="{643D5144-81B6-C75B-8E31-E903B1E3B70C}"/>
          </ac:spMkLst>
        </pc:spChg>
        <pc:spChg chg="add mod">
          <ac:chgData name="Yonghyun Sung" userId="ac2223b5-9af4-46ba-83c5-9fd81e81dea6" providerId="ADAL" clId="{3450202C-B6FF-4CC9-9669-29A0D17854A5}" dt="2026-07-09T05:02:59.146" v="4564" actId="554"/>
          <ac:spMkLst>
            <pc:docMk/>
            <pc:sldMk cId="3241096666" sldId="8110"/>
            <ac:spMk id="43" creationId="{BFDDAF7C-BF5A-7912-65D4-8B1E1CD01220}"/>
          </ac:spMkLst>
        </pc:spChg>
        <pc:spChg chg="del">
          <ac:chgData name="Yonghyun Sung" userId="ac2223b5-9af4-46ba-83c5-9fd81e81dea6" providerId="ADAL" clId="{3450202C-B6FF-4CC9-9669-29A0D17854A5}" dt="2026-07-09T00:00:37.225" v="3670" actId="478"/>
          <ac:spMkLst>
            <pc:docMk/>
            <pc:sldMk cId="3241096666" sldId="8110"/>
            <ac:spMk id="55" creationId="{21F9B207-54D6-1DF3-7B23-CE82B6673AE6}"/>
          </ac:spMkLst>
        </pc:spChg>
        <pc:spChg chg="del">
          <ac:chgData name="Yonghyun Sung" userId="ac2223b5-9af4-46ba-83c5-9fd81e81dea6" providerId="ADAL" clId="{3450202C-B6FF-4CC9-9669-29A0D17854A5}" dt="2026-07-09T00:00:37.225" v="3670" actId="478"/>
          <ac:spMkLst>
            <pc:docMk/>
            <pc:sldMk cId="3241096666" sldId="8110"/>
            <ac:spMk id="56" creationId="{5687961F-66E6-3CB5-86E8-0E74314AE311}"/>
          </ac:spMkLst>
        </pc:spChg>
        <pc:spChg chg="add mod">
          <ac:chgData name="Yonghyun Sung" userId="ac2223b5-9af4-46ba-83c5-9fd81e81dea6" providerId="ADAL" clId="{3450202C-B6FF-4CC9-9669-29A0D17854A5}" dt="2026-07-09T04:58:20.296" v="4379" actId="404"/>
          <ac:spMkLst>
            <pc:docMk/>
            <pc:sldMk cId="3241096666" sldId="8110"/>
            <ac:spMk id="57" creationId="{C0E49B10-CCEB-28F3-E713-EE0CA343AC3D}"/>
          </ac:spMkLst>
        </pc:spChg>
        <pc:spChg chg="add del mod">
          <ac:chgData name="Yonghyun Sung" userId="ac2223b5-9af4-46ba-83c5-9fd81e81dea6" providerId="ADAL" clId="{3450202C-B6FF-4CC9-9669-29A0D17854A5}" dt="2026-07-09T05:01:36.775" v="4513" actId="478"/>
          <ac:spMkLst>
            <pc:docMk/>
            <pc:sldMk cId="3241096666" sldId="8110"/>
            <ac:spMk id="59" creationId="{99CAA930-C1FE-4717-8264-74EAE6A8DB8E}"/>
          </ac:spMkLst>
        </pc:spChg>
        <pc:spChg chg="add mod">
          <ac:chgData name="Yonghyun Sung" userId="ac2223b5-9af4-46ba-83c5-9fd81e81dea6" providerId="ADAL" clId="{3450202C-B6FF-4CC9-9669-29A0D17854A5}" dt="2026-07-09T04:59:05.956" v="4403" actId="1036"/>
          <ac:spMkLst>
            <pc:docMk/>
            <pc:sldMk cId="3241096666" sldId="8110"/>
            <ac:spMk id="62" creationId="{559F51EE-F306-0D86-01A4-44280CBA94F9}"/>
          </ac:spMkLst>
        </pc:spChg>
        <pc:spChg chg="add mod">
          <ac:chgData name="Yonghyun Sung" userId="ac2223b5-9af4-46ba-83c5-9fd81e81dea6" providerId="ADAL" clId="{3450202C-B6FF-4CC9-9669-29A0D17854A5}" dt="2026-07-09T04:59:05.956" v="4403" actId="1036"/>
          <ac:spMkLst>
            <pc:docMk/>
            <pc:sldMk cId="3241096666" sldId="8110"/>
            <ac:spMk id="64" creationId="{0C6A0180-F6AC-FFF6-1B0F-EC1BF5140B59}"/>
          </ac:spMkLst>
        </pc:spChg>
        <pc:spChg chg="del">
          <ac:chgData name="Yonghyun Sung" userId="ac2223b5-9af4-46ba-83c5-9fd81e81dea6" providerId="ADAL" clId="{3450202C-B6FF-4CC9-9669-29A0D17854A5}" dt="2026-07-09T00:01:09.568" v="3671" actId="478"/>
          <ac:spMkLst>
            <pc:docMk/>
            <pc:sldMk cId="3241096666" sldId="8110"/>
            <ac:spMk id="65" creationId="{6915BAD2-3F23-CEA8-8EBC-97324BB9EA2F}"/>
          </ac:spMkLst>
        </pc:spChg>
        <pc:spChg chg="del">
          <ac:chgData name="Yonghyun Sung" userId="ac2223b5-9af4-46ba-83c5-9fd81e81dea6" providerId="ADAL" clId="{3450202C-B6FF-4CC9-9669-29A0D17854A5}" dt="2026-07-09T00:00:37.225" v="3670" actId="478"/>
          <ac:spMkLst>
            <pc:docMk/>
            <pc:sldMk cId="3241096666" sldId="8110"/>
            <ac:spMk id="66" creationId="{16E48E7B-E79C-C4F7-D1D9-E53776FDA780}"/>
          </ac:spMkLst>
        </pc:spChg>
        <pc:spChg chg="del">
          <ac:chgData name="Yonghyun Sung" userId="ac2223b5-9af4-46ba-83c5-9fd81e81dea6" providerId="ADAL" clId="{3450202C-B6FF-4CC9-9669-29A0D17854A5}" dt="2026-07-09T00:00:37.225" v="3670" actId="478"/>
          <ac:spMkLst>
            <pc:docMk/>
            <pc:sldMk cId="3241096666" sldId="8110"/>
            <ac:spMk id="68" creationId="{FD79CACC-3C11-5A50-056F-FAE9105E0F08}"/>
          </ac:spMkLst>
        </pc:spChg>
        <pc:spChg chg="add mod">
          <ac:chgData name="Yonghyun Sung" userId="ac2223b5-9af4-46ba-83c5-9fd81e81dea6" providerId="ADAL" clId="{3450202C-B6FF-4CC9-9669-29A0D17854A5}" dt="2026-07-09T05:00:32.593" v="4439" actId="14100"/>
          <ac:spMkLst>
            <pc:docMk/>
            <pc:sldMk cId="3241096666" sldId="8110"/>
            <ac:spMk id="70" creationId="{9990C4AF-F449-5686-6728-6BA58EA4ADF9}"/>
          </ac:spMkLst>
        </pc:spChg>
        <pc:spChg chg="add mod">
          <ac:chgData name="Yonghyun Sung" userId="ac2223b5-9af4-46ba-83c5-9fd81e81dea6" providerId="ADAL" clId="{3450202C-B6FF-4CC9-9669-29A0D17854A5}" dt="2026-07-09T04:58:24.218" v="4380" actId="1076"/>
          <ac:spMkLst>
            <pc:docMk/>
            <pc:sldMk cId="3241096666" sldId="8110"/>
            <ac:spMk id="71" creationId="{A8A95EEB-7DC3-57A3-2A11-116301DAF3AA}"/>
          </ac:spMkLst>
        </pc:spChg>
        <pc:spChg chg="add mod">
          <ac:chgData name="Yonghyun Sung" userId="ac2223b5-9af4-46ba-83c5-9fd81e81dea6" providerId="ADAL" clId="{3450202C-B6FF-4CC9-9669-29A0D17854A5}" dt="2026-07-09T04:59:57.723" v="4426" actId="554"/>
          <ac:spMkLst>
            <pc:docMk/>
            <pc:sldMk cId="3241096666" sldId="8110"/>
            <ac:spMk id="85" creationId="{410DC756-D2D7-E20D-8621-889E79F6F31D}"/>
          </ac:spMkLst>
        </pc:spChg>
        <pc:picChg chg="del">
          <ac:chgData name="Yonghyun Sung" userId="ac2223b5-9af4-46ba-83c5-9fd81e81dea6" providerId="ADAL" clId="{3450202C-B6FF-4CC9-9669-29A0D17854A5}" dt="2026-07-08T06:26:00.001" v="1923" actId="478"/>
          <ac:picMkLst>
            <pc:docMk/>
            <pc:sldMk cId="3241096666" sldId="8110"/>
            <ac:picMk id="71" creationId="{46E5D1D3-6CD5-91A6-DD3B-80FBAB4B6703}"/>
          </ac:picMkLst>
        </pc:picChg>
        <pc:picChg chg="add mod">
          <ac:chgData name="Yonghyun Sung" userId="ac2223b5-9af4-46ba-83c5-9fd81e81dea6" providerId="ADAL" clId="{3450202C-B6FF-4CC9-9669-29A0D17854A5}" dt="2026-07-09T05:19:39.086" v="5602" actId="14100"/>
          <ac:picMkLst>
            <pc:docMk/>
            <pc:sldMk cId="3241096666" sldId="8110"/>
            <ac:picMk id="73" creationId="{30373B41-84E8-A1B4-7F67-402B8AF74119}"/>
          </ac:picMkLst>
        </pc:picChg>
        <pc:picChg chg="del">
          <ac:chgData name="Yonghyun Sung" userId="ac2223b5-9af4-46ba-83c5-9fd81e81dea6" providerId="ADAL" clId="{3450202C-B6FF-4CC9-9669-29A0D17854A5}" dt="2026-07-08T06:26:00.001" v="1923" actId="478"/>
          <ac:picMkLst>
            <pc:docMk/>
            <pc:sldMk cId="3241096666" sldId="8110"/>
            <ac:picMk id="73" creationId="{EF90FB55-D96B-C2B2-1017-BABFDA5E7CC2}"/>
          </ac:picMkLst>
        </pc:picChg>
        <pc:picChg chg="add mod">
          <ac:chgData name="Yonghyun Sung" userId="ac2223b5-9af4-46ba-83c5-9fd81e81dea6" providerId="ADAL" clId="{3450202C-B6FF-4CC9-9669-29A0D17854A5}" dt="2026-07-09T05:03:33.207" v="4566" actId="1076"/>
          <ac:picMkLst>
            <pc:docMk/>
            <pc:sldMk cId="3241096666" sldId="8110"/>
            <ac:picMk id="75" creationId="{222CA631-31A1-9E57-ED63-FAC8DD4CBEA3}"/>
          </ac:picMkLst>
        </pc:picChg>
        <pc:picChg chg="add mod">
          <ac:chgData name="Yonghyun Sung" userId="ac2223b5-9af4-46ba-83c5-9fd81e81dea6" providerId="ADAL" clId="{3450202C-B6FF-4CC9-9669-29A0D17854A5}" dt="2026-07-09T05:03:34.844" v="4567" actId="1076"/>
          <ac:picMkLst>
            <pc:docMk/>
            <pc:sldMk cId="3241096666" sldId="8110"/>
            <ac:picMk id="76" creationId="{9BAB0C29-9310-36DC-445C-67A090DC2E76}"/>
          </ac:picMkLst>
        </pc:picChg>
        <pc:picChg chg="del">
          <ac:chgData name="Yonghyun Sung" userId="ac2223b5-9af4-46ba-83c5-9fd81e81dea6" providerId="ADAL" clId="{3450202C-B6FF-4CC9-9669-29A0D17854A5}" dt="2026-07-08T06:26:00.001" v="1923" actId="478"/>
          <ac:picMkLst>
            <pc:docMk/>
            <pc:sldMk cId="3241096666" sldId="8110"/>
            <ac:picMk id="77" creationId="{228D78E6-3332-E225-7A15-80C8A0E1DCDB}"/>
          </ac:picMkLst>
        </pc:picChg>
        <pc:picChg chg="add mod">
          <ac:chgData name="Yonghyun Sung" userId="ac2223b5-9af4-46ba-83c5-9fd81e81dea6" providerId="ADAL" clId="{3450202C-B6FF-4CC9-9669-29A0D17854A5}" dt="2026-07-09T05:05:03.138" v="4676" actId="14100"/>
          <ac:picMkLst>
            <pc:docMk/>
            <pc:sldMk cId="3241096666" sldId="8110"/>
            <ac:picMk id="94" creationId="{31A3ECDB-B087-A767-16E4-88DD3D41F0F9}"/>
          </ac:picMkLst>
        </pc:picChg>
        <pc:cxnChg chg="mod">
          <ac:chgData name="Yonghyun Sung" userId="ac2223b5-9af4-46ba-83c5-9fd81e81dea6" providerId="ADAL" clId="{3450202C-B6FF-4CC9-9669-29A0D17854A5}" dt="2026-07-09T04:58:52.343" v="4395" actId="1036"/>
          <ac:cxnSpMkLst>
            <pc:docMk/>
            <pc:sldMk cId="3241096666" sldId="8110"/>
            <ac:cxnSpMk id="4" creationId="{22CE5346-74E2-39FF-5B99-462ECC894311}"/>
          </ac:cxnSpMkLst>
        </pc:cxnChg>
        <pc:cxnChg chg="mod">
          <ac:chgData name="Yonghyun Sung" userId="ac2223b5-9af4-46ba-83c5-9fd81e81dea6" providerId="ADAL" clId="{3450202C-B6FF-4CC9-9669-29A0D17854A5}" dt="2026-07-09T04:58:52.343" v="4395" actId="1036"/>
          <ac:cxnSpMkLst>
            <pc:docMk/>
            <pc:sldMk cId="3241096666" sldId="8110"/>
            <ac:cxnSpMk id="5" creationId="{551F8625-712C-72E0-B04D-7A9A09DC497F}"/>
          </ac:cxnSpMkLst>
        </pc:cxnChg>
        <pc:cxnChg chg="add del">
          <ac:chgData name="Yonghyun Sung" userId="ac2223b5-9af4-46ba-83c5-9fd81e81dea6" providerId="ADAL" clId="{3450202C-B6FF-4CC9-9669-29A0D17854A5}" dt="2026-07-09T02:52:36.641" v="3842" actId="478"/>
          <ac:cxnSpMkLst>
            <pc:docMk/>
            <pc:sldMk cId="3241096666" sldId="8110"/>
            <ac:cxnSpMk id="8" creationId="{CEB281DE-5383-59BE-4AF1-C5F300BB8B46}"/>
          </ac:cxnSpMkLst>
        </pc:cxnChg>
        <pc:cxnChg chg="del">
          <ac:chgData name="Yonghyun Sung" userId="ac2223b5-9af4-46ba-83c5-9fd81e81dea6" providerId="ADAL" clId="{3450202C-B6FF-4CC9-9669-29A0D17854A5}" dt="2026-07-09T02:52:36.641" v="3842" actId="478"/>
          <ac:cxnSpMkLst>
            <pc:docMk/>
            <pc:sldMk cId="3241096666" sldId="8110"/>
            <ac:cxnSpMk id="10" creationId="{58A9411A-5572-A83C-9C68-AB21EEADD620}"/>
          </ac:cxnSpMkLst>
        </pc:cxnChg>
        <pc:cxnChg chg="add del">
          <ac:chgData name="Yonghyun Sung" userId="ac2223b5-9af4-46ba-83c5-9fd81e81dea6" providerId="ADAL" clId="{3450202C-B6FF-4CC9-9669-29A0D17854A5}" dt="2026-07-09T02:52:36.641" v="3842" actId="478"/>
          <ac:cxnSpMkLst>
            <pc:docMk/>
            <pc:sldMk cId="3241096666" sldId="8110"/>
            <ac:cxnSpMk id="12" creationId="{1F8FB4DF-095D-F527-7EA1-C64E18EDBDD3}"/>
          </ac:cxnSpMkLst>
        </pc:cxnChg>
        <pc:cxnChg chg="del">
          <ac:chgData name="Yonghyun Sung" userId="ac2223b5-9af4-46ba-83c5-9fd81e81dea6" providerId="ADAL" clId="{3450202C-B6FF-4CC9-9669-29A0D17854A5}" dt="2026-07-09T02:52:36.641" v="3842" actId="478"/>
          <ac:cxnSpMkLst>
            <pc:docMk/>
            <pc:sldMk cId="3241096666" sldId="8110"/>
            <ac:cxnSpMk id="15" creationId="{AD379126-DB72-0BB7-0092-EF5A167DDC29}"/>
          </ac:cxnSpMkLst>
        </pc:cxnChg>
        <pc:cxnChg chg="mod">
          <ac:chgData name="Yonghyun Sung" userId="ac2223b5-9af4-46ba-83c5-9fd81e81dea6" providerId="ADAL" clId="{3450202C-B6FF-4CC9-9669-29A0D17854A5}" dt="2026-07-09T02:47:04.425" v="3701" actId="1076"/>
          <ac:cxnSpMkLst>
            <pc:docMk/>
            <pc:sldMk cId="3241096666" sldId="8110"/>
            <ac:cxnSpMk id="17" creationId="{1813D5AD-3794-3A1F-2729-9D6091D689CC}"/>
          </ac:cxnSpMkLst>
        </pc:cxnChg>
        <pc:cxnChg chg="mod">
          <ac:chgData name="Yonghyun Sung" userId="ac2223b5-9af4-46ba-83c5-9fd81e81dea6" providerId="ADAL" clId="{3450202C-B6FF-4CC9-9669-29A0D17854A5}" dt="2026-07-09T02:47:03.439" v="3699" actId="408"/>
          <ac:cxnSpMkLst>
            <pc:docMk/>
            <pc:sldMk cId="3241096666" sldId="8110"/>
            <ac:cxnSpMk id="18" creationId="{7635E670-F1F0-23F1-03CC-DAB0E2CDDB00}"/>
          </ac:cxnSpMkLst>
        </pc:cxnChg>
        <pc:cxnChg chg="add del mod">
          <ac:chgData name="Yonghyun Sung" userId="ac2223b5-9af4-46ba-83c5-9fd81e81dea6" providerId="ADAL" clId="{3450202C-B6FF-4CC9-9669-29A0D17854A5}" dt="2026-07-09T02:52:43.900" v="3844" actId="408"/>
          <ac:cxnSpMkLst>
            <pc:docMk/>
            <pc:sldMk cId="3241096666" sldId="8110"/>
            <ac:cxnSpMk id="23" creationId="{88B401CB-FD21-05D3-133A-9DCD1DA31BB8}"/>
          </ac:cxnSpMkLst>
        </pc:cxnChg>
        <pc:cxnChg chg="add del mod">
          <ac:chgData name="Yonghyun Sung" userId="ac2223b5-9af4-46ba-83c5-9fd81e81dea6" providerId="ADAL" clId="{3450202C-B6FF-4CC9-9669-29A0D17854A5}" dt="2026-07-09T04:58:52.343" v="4395" actId="1036"/>
          <ac:cxnSpMkLst>
            <pc:docMk/>
            <pc:sldMk cId="3241096666" sldId="8110"/>
            <ac:cxnSpMk id="25" creationId="{93D5A9FE-B18D-527D-CA1B-B2AC71487DE9}"/>
          </ac:cxnSpMkLst>
        </pc:cxnChg>
        <pc:cxnChg chg="add del">
          <ac:chgData name="Yonghyun Sung" userId="ac2223b5-9af4-46ba-83c5-9fd81e81dea6" providerId="ADAL" clId="{3450202C-B6FF-4CC9-9669-29A0D17854A5}" dt="2026-07-09T02:47:04.215" v="3700" actId="478"/>
          <ac:cxnSpMkLst>
            <pc:docMk/>
            <pc:sldMk cId="3241096666" sldId="8110"/>
            <ac:cxnSpMk id="28" creationId="{ED3832FE-412E-F626-17AD-19BF2E6AB24F}"/>
          </ac:cxnSpMkLst>
        </pc:cxnChg>
        <pc:cxnChg chg="add del mod">
          <ac:chgData name="Yonghyun Sung" userId="ac2223b5-9af4-46ba-83c5-9fd81e81dea6" providerId="ADAL" clId="{3450202C-B6FF-4CC9-9669-29A0D17854A5}" dt="2026-07-09T04:58:52.343" v="4395" actId="1036"/>
          <ac:cxnSpMkLst>
            <pc:docMk/>
            <pc:sldMk cId="3241096666" sldId="8110"/>
            <ac:cxnSpMk id="29" creationId="{957D9321-1975-3822-E6CF-9CF8896EFFA5}"/>
          </ac:cxnSpMkLst>
        </pc:cxnChg>
        <pc:cxnChg chg="add del mod">
          <ac:chgData name="Yonghyun Sung" userId="ac2223b5-9af4-46ba-83c5-9fd81e81dea6" providerId="ADAL" clId="{3450202C-B6FF-4CC9-9669-29A0D17854A5}" dt="2026-07-09T04:58:52.343" v="4395" actId="1036"/>
          <ac:cxnSpMkLst>
            <pc:docMk/>
            <pc:sldMk cId="3241096666" sldId="8110"/>
            <ac:cxnSpMk id="30" creationId="{BDB67696-C5EE-DB31-7E11-3EF161388C00}"/>
          </ac:cxnSpMkLst>
        </pc:cxnChg>
        <pc:cxnChg chg="add del mod">
          <ac:chgData name="Yonghyun Sung" userId="ac2223b5-9af4-46ba-83c5-9fd81e81dea6" providerId="ADAL" clId="{3450202C-B6FF-4CC9-9669-29A0D17854A5}" dt="2026-07-09T04:58:52.343" v="4395" actId="1036"/>
          <ac:cxnSpMkLst>
            <pc:docMk/>
            <pc:sldMk cId="3241096666" sldId="8110"/>
            <ac:cxnSpMk id="31" creationId="{9554CED6-BBED-43F5-3E40-1BA1AFDEB441}"/>
          </ac:cxnSpMkLst>
        </pc:cxnChg>
        <pc:cxnChg chg="del">
          <ac:chgData name="Yonghyun Sung" userId="ac2223b5-9af4-46ba-83c5-9fd81e81dea6" providerId="ADAL" clId="{3450202C-B6FF-4CC9-9669-29A0D17854A5}" dt="2026-07-09T02:52:36.641" v="3842" actId="478"/>
          <ac:cxnSpMkLst>
            <pc:docMk/>
            <pc:sldMk cId="3241096666" sldId="8110"/>
            <ac:cxnSpMk id="32" creationId="{EA6A0B02-311C-F154-4285-B62372499B06}"/>
          </ac:cxnSpMkLst>
        </pc:cxnChg>
        <pc:cxnChg chg="add del">
          <ac:chgData name="Yonghyun Sung" userId="ac2223b5-9af4-46ba-83c5-9fd81e81dea6" providerId="ADAL" clId="{3450202C-B6FF-4CC9-9669-29A0D17854A5}" dt="2026-07-09T02:47:04.215" v="3700" actId="478"/>
          <ac:cxnSpMkLst>
            <pc:docMk/>
            <pc:sldMk cId="3241096666" sldId="8110"/>
            <ac:cxnSpMk id="33" creationId="{D95F6850-E81C-2F73-E3FB-95EDFCC1AEE8}"/>
          </ac:cxnSpMkLst>
        </pc:cxnChg>
        <pc:cxnChg chg="del">
          <ac:chgData name="Yonghyun Sung" userId="ac2223b5-9af4-46ba-83c5-9fd81e81dea6" providerId="ADAL" clId="{3450202C-B6FF-4CC9-9669-29A0D17854A5}" dt="2026-07-09T02:52:36.641" v="3842" actId="478"/>
          <ac:cxnSpMkLst>
            <pc:docMk/>
            <pc:sldMk cId="3241096666" sldId="8110"/>
            <ac:cxnSpMk id="34" creationId="{8D8EB0EA-46D5-D04F-D74D-986C72644294}"/>
          </ac:cxnSpMkLst>
        </pc:cxnChg>
        <pc:cxnChg chg="add del">
          <ac:chgData name="Yonghyun Sung" userId="ac2223b5-9af4-46ba-83c5-9fd81e81dea6" providerId="ADAL" clId="{3450202C-B6FF-4CC9-9669-29A0D17854A5}" dt="2026-07-09T02:50:02.772" v="3806" actId="478"/>
          <ac:cxnSpMkLst>
            <pc:docMk/>
            <pc:sldMk cId="3241096666" sldId="8110"/>
            <ac:cxnSpMk id="35" creationId="{8929CA51-D69E-41B0-E88D-AD1B6328DCC6}"/>
          </ac:cxnSpMkLst>
        </pc:cxnChg>
        <pc:cxnChg chg="add del">
          <ac:chgData name="Yonghyun Sung" userId="ac2223b5-9af4-46ba-83c5-9fd81e81dea6" providerId="ADAL" clId="{3450202C-B6FF-4CC9-9669-29A0D17854A5}" dt="2026-07-09T02:47:05.888" v="3705" actId="478"/>
          <ac:cxnSpMkLst>
            <pc:docMk/>
            <pc:sldMk cId="3241096666" sldId="8110"/>
            <ac:cxnSpMk id="36" creationId="{D07C4511-46CA-A323-1220-5087004F5A25}"/>
          </ac:cxnSpMkLst>
        </pc:cxnChg>
        <pc:cxnChg chg="del">
          <ac:chgData name="Yonghyun Sung" userId="ac2223b5-9af4-46ba-83c5-9fd81e81dea6" providerId="ADAL" clId="{3450202C-B6FF-4CC9-9669-29A0D17854A5}" dt="2026-07-09T02:52:36.641" v="3842" actId="478"/>
          <ac:cxnSpMkLst>
            <pc:docMk/>
            <pc:sldMk cId="3241096666" sldId="8110"/>
            <ac:cxnSpMk id="39" creationId="{7EE84CE2-6245-2741-6325-C592C45AEA8B}"/>
          </ac:cxnSpMkLst>
        </pc:cxnChg>
        <pc:cxnChg chg="mod">
          <ac:chgData name="Yonghyun Sung" userId="ac2223b5-9af4-46ba-83c5-9fd81e81dea6" providerId="ADAL" clId="{3450202C-B6FF-4CC9-9669-29A0D17854A5}" dt="2026-07-09T04:58:52.343" v="4395" actId="1036"/>
          <ac:cxnSpMkLst>
            <pc:docMk/>
            <pc:sldMk cId="3241096666" sldId="8110"/>
            <ac:cxnSpMk id="44" creationId="{72F5EB15-B380-A282-9E76-F333A90A29E9}"/>
          </ac:cxnSpMkLst>
        </pc:cxnChg>
        <pc:cxnChg chg="mod">
          <ac:chgData name="Yonghyun Sung" userId="ac2223b5-9af4-46ba-83c5-9fd81e81dea6" providerId="ADAL" clId="{3450202C-B6FF-4CC9-9669-29A0D17854A5}" dt="2026-07-09T02:47:03.439" v="3699" actId="408"/>
          <ac:cxnSpMkLst>
            <pc:docMk/>
            <pc:sldMk cId="3241096666" sldId="8110"/>
            <ac:cxnSpMk id="45" creationId="{7C178E8D-0F91-7308-E66B-2DA1B618774B}"/>
          </ac:cxnSpMkLst>
        </pc:cxnChg>
        <pc:cxnChg chg="mod">
          <ac:chgData name="Yonghyun Sung" userId="ac2223b5-9af4-46ba-83c5-9fd81e81dea6" providerId="ADAL" clId="{3450202C-B6FF-4CC9-9669-29A0D17854A5}" dt="2026-07-09T04:58:52.343" v="4395" actId="1036"/>
          <ac:cxnSpMkLst>
            <pc:docMk/>
            <pc:sldMk cId="3241096666" sldId="8110"/>
            <ac:cxnSpMk id="46" creationId="{54ADD543-B4C3-9429-5E19-699945AB59DE}"/>
          </ac:cxnSpMkLst>
        </pc:cxnChg>
        <pc:cxnChg chg="add del mod">
          <ac:chgData name="Yonghyun Sung" userId="ac2223b5-9af4-46ba-83c5-9fd81e81dea6" providerId="ADAL" clId="{3450202C-B6FF-4CC9-9669-29A0D17854A5}" dt="2026-07-09T04:58:52.343" v="4395" actId="1036"/>
          <ac:cxnSpMkLst>
            <pc:docMk/>
            <pc:sldMk cId="3241096666" sldId="8110"/>
            <ac:cxnSpMk id="48" creationId="{23CC8F78-9E65-1F3F-D337-1851B53200EA}"/>
          </ac:cxnSpMkLst>
        </pc:cxnChg>
        <pc:cxnChg chg="add del">
          <ac:chgData name="Yonghyun Sung" userId="ac2223b5-9af4-46ba-83c5-9fd81e81dea6" providerId="ADAL" clId="{3450202C-B6FF-4CC9-9669-29A0D17854A5}" dt="2026-07-09T02:47:04.215" v="3700" actId="478"/>
          <ac:cxnSpMkLst>
            <pc:docMk/>
            <pc:sldMk cId="3241096666" sldId="8110"/>
            <ac:cxnSpMk id="49" creationId="{72407066-07BB-B046-5EBB-B60C808F420A}"/>
          </ac:cxnSpMkLst>
        </pc:cxnChg>
        <pc:cxnChg chg="add del">
          <ac:chgData name="Yonghyun Sung" userId="ac2223b5-9af4-46ba-83c5-9fd81e81dea6" providerId="ADAL" clId="{3450202C-B6FF-4CC9-9669-29A0D17854A5}" dt="2026-07-09T02:52:36.641" v="3842" actId="478"/>
          <ac:cxnSpMkLst>
            <pc:docMk/>
            <pc:sldMk cId="3241096666" sldId="8110"/>
            <ac:cxnSpMk id="50" creationId="{6ABD8542-6996-DBAD-DAC7-E2D24923767F}"/>
          </ac:cxnSpMkLst>
        </pc:cxnChg>
        <pc:cxnChg chg="add del">
          <ac:chgData name="Yonghyun Sung" userId="ac2223b5-9af4-46ba-83c5-9fd81e81dea6" providerId="ADAL" clId="{3450202C-B6FF-4CC9-9669-29A0D17854A5}" dt="2026-07-09T02:47:05.888" v="3705" actId="478"/>
          <ac:cxnSpMkLst>
            <pc:docMk/>
            <pc:sldMk cId="3241096666" sldId="8110"/>
            <ac:cxnSpMk id="51" creationId="{2E5627BA-E89A-4E51-F67D-B3D75D9A5BD4}"/>
          </ac:cxnSpMkLst>
        </pc:cxnChg>
        <pc:cxnChg chg="add del mod">
          <ac:chgData name="Yonghyun Sung" userId="ac2223b5-9af4-46ba-83c5-9fd81e81dea6" providerId="ADAL" clId="{3450202C-B6FF-4CC9-9669-29A0D17854A5}" dt="2026-07-09T04:58:52.343" v="4395" actId="1036"/>
          <ac:cxnSpMkLst>
            <pc:docMk/>
            <pc:sldMk cId="3241096666" sldId="8110"/>
            <ac:cxnSpMk id="54" creationId="{B982C08A-9813-4B18-018F-E98C8CA890B4}"/>
          </ac:cxnSpMkLst>
        </pc:cxnChg>
        <pc:cxnChg chg="add del">
          <ac:chgData name="Yonghyun Sung" userId="ac2223b5-9af4-46ba-83c5-9fd81e81dea6" providerId="ADAL" clId="{3450202C-B6FF-4CC9-9669-29A0D17854A5}" dt="2026-07-09T02:52:36.641" v="3842" actId="478"/>
          <ac:cxnSpMkLst>
            <pc:docMk/>
            <pc:sldMk cId="3241096666" sldId="8110"/>
            <ac:cxnSpMk id="58" creationId="{A1CD2326-B1E4-CB0D-C08B-D632CBC1E82D}"/>
          </ac:cxnSpMkLst>
        </pc:cxnChg>
        <pc:cxnChg chg="del">
          <ac:chgData name="Yonghyun Sung" userId="ac2223b5-9af4-46ba-83c5-9fd81e81dea6" providerId="ADAL" clId="{3450202C-B6FF-4CC9-9669-29A0D17854A5}" dt="2026-07-09T02:52:36.641" v="3842" actId="478"/>
          <ac:cxnSpMkLst>
            <pc:docMk/>
            <pc:sldMk cId="3241096666" sldId="8110"/>
            <ac:cxnSpMk id="60" creationId="{DEB76FC5-8DB2-2476-6F72-7A03CF068389}"/>
          </ac:cxnSpMkLst>
        </pc:cxnChg>
        <pc:cxnChg chg="add del mod">
          <ac:chgData name="Yonghyun Sung" userId="ac2223b5-9af4-46ba-83c5-9fd81e81dea6" providerId="ADAL" clId="{3450202C-B6FF-4CC9-9669-29A0D17854A5}" dt="2026-07-09T04:59:23.715" v="4409" actId="478"/>
          <ac:cxnSpMkLst>
            <pc:docMk/>
            <pc:sldMk cId="3241096666" sldId="8110"/>
            <ac:cxnSpMk id="63" creationId="{E3E4A62A-7769-B953-3E58-6BF7F742F61D}"/>
          </ac:cxnSpMkLst>
        </pc:cxnChg>
        <pc:cxnChg chg="add del mod">
          <ac:chgData name="Yonghyun Sung" userId="ac2223b5-9af4-46ba-83c5-9fd81e81dea6" providerId="ADAL" clId="{3450202C-B6FF-4CC9-9669-29A0D17854A5}" dt="2026-07-09T05:00:00.927" v="4427" actId="478"/>
          <ac:cxnSpMkLst>
            <pc:docMk/>
            <pc:sldMk cId="3241096666" sldId="8110"/>
            <ac:cxnSpMk id="67" creationId="{9FC4A357-AFBA-6528-687D-153F61CDAC06}"/>
          </ac:cxnSpMkLst>
        </pc:cxnChg>
        <pc:cxnChg chg="add del">
          <ac:chgData name="Yonghyun Sung" userId="ac2223b5-9af4-46ba-83c5-9fd81e81dea6" providerId="ADAL" clId="{3450202C-B6FF-4CC9-9669-29A0D17854A5}" dt="2026-07-09T05:00:00.927" v="4427" actId="478"/>
          <ac:cxnSpMkLst>
            <pc:docMk/>
            <pc:sldMk cId="3241096666" sldId="8110"/>
            <ac:cxnSpMk id="69" creationId="{80CE809D-B4F1-BF2B-37A5-07A2F0995D06}"/>
          </ac:cxnSpMkLst>
        </pc:cxnChg>
        <pc:cxnChg chg="add mod">
          <ac:chgData name="Yonghyun Sung" userId="ac2223b5-9af4-46ba-83c5-9fd81e81dea6" providerId="ADAL" clId="{3450202C-B6FF-4CC9-9669-29A0D17854A5}" dt="2026-07-09T05:00:38.941" v="4440" actId="208"/>
          <ac:cxnSpMkLst>
            <pc:docMk/>
            <pc:sldMk cId="3241096666" sldId="8110"/>
            <ac:cxnSpMk id="78" creationId="{070966E2-2F7E-C2FE-4DBD-7DD93E68A193}"/>
          </ac:cxnSpMkLst>
        </pc:cxnChg>
        <pc:cxnChg chg="add mod">
          <ac:chgData name="Yonghyun Sung" userId="ac2223b5-9af4-46ba-83c5-9fd81e81dea6" providerId="ADAL" clId="{3450202C-B6FF-4CC9-9669-29A0D17854A5}" dt="2026-07-09T05:02:59.146" v="4564" actId="554"/>
          <ac:cxnSpMkLst>
            <pc:docMk/>
            <pc:sldMk cId="3241096666" sldId="8110"/>
            <ac:cxnSpMk id="82" creationId="{1FDFEB50-1017-E9EE-9212-AA7170973FCB}"/>
          </ac:cxnSpMkLst>
        </pc:cxnChg>
        <pc:cxnChg chg="add mod">
          <ac:chgData name="Yonghyun Sung" userId="ac2223b5-9af4-46ba-83c5-9fd81e81dea6" providerId="ADAL" clId="{3450202C-B6FF-4CC9-9669-29A0D17854A5}" dt="2026-07-09T05:24:01.357" v="5606" actId="1076"/>
          <ac:cxnSpMkLst>
            <pc:docMk/>
            <pc:sldMk cId="3241096666" sldId="8110"/>
            <ac:cxnSpMk id="86" creationId="{8D44A610-9A8E-044E-F9A4-E6BF9C7A60B4}"/>
          </ac:cxnSpMkLst>
        </pc:cxnChg>
      </pc:sldChg>
      <pc:sldChg chg="addSp delSp modSp add mod">
        <pc:chgData name="Yonghyun Sung" userId="ac2223b5-9af4-46ba-83c5-9fd81e81dea6" providerId="ADAL" clId="{3450202C-B6FF-4CC9-9669-29A0D17854A5}" dt="2026-07-09T06:03:37.545" v="6584" actId="6549"/>
        <pc:sldMkLst>
          <pc:docMk/>
          <pc:sldMk cId="3893879870" sldId="8111"/>
        </pc:sldMkLst>
        <pc:spChg chg="add mod topLvl">
          <ac:chgData name="Yonghyun Sung" userId="ac2223b5-9af4-46ba-83c5-9fd81e81dea6" providerId="ADAL" clId="{3450202C-B6FF-4CC9-9669-29A0D17854A5}" dt="2026-07-09T05:41:37.959" v="5714" actId="207"/>
          <ac:spMkLst>
            <pc:docMk/>
            <pc:sldMk cId="3893879870" sldId="8111"/>
            <ac:spMk id="5" creationId="{7F44243B-B6A4-367F-A5AA-65A860968570}"/>
          </ac:spMkLst>
        </pc:spChg>
        <pc:spChg chg="mod">
          <ac:chgData name="Yonghyun Sung" userId="ac2223b5-9af4-46ba-83c5-9fd81e81dea6" providerId="ADAL" clId="{3450202C-B6FF-4CC9-9669-29A0D17854A5}" dt="2026-07-09T05:43:14.438" v="5756"/>
          <ac:spMkLst>
            <pc:docMk/>
            <pc:sldMk cId="3893879870" sldId="8111"/>
            <ac:spMk id="6" creationId="{CCB179C1-D2BD-FF9E-DB73-67C76E5DCF3B}"/>
          </ac:spMkLst>
        </pc:spChg>
        <pc:spChg chg="add mod topLvl">
          <ac:chgData name="Yonghyun Sung" userId="ac2223b5-9af4-46ba-83c5-9fd81e81dea6" providerId="ADAL" clId="{3450202C-B6FF-4CC9-9669-29A0D17854A5}" dt="2026-07-09T05:41:37.959" v="5714" actId="207"/>
          <ac:spMkLst>
            <pc:docMk/>
            <pc:sldMk cId="3893879870" sldId="8111"/>
            <ac:spMk id="7" creationId="{3E0A9763-3E11-5A15-8587-50518E7B81D0}"/>
          </ac:spMkLst>
        </pc:spChg>
        <pc:spChg chg="add del mod">
          <ac:chgData name="Yonghyun Sung" userId="ac2223b5-9af4-46ba-83c5-9fd81e81dea6" providerId="ADAL" clId="{3450202C-B6FF-4CC9-9669-29A0D17854A5}" dt="2026-07-09T05:35:27.608" v="5643" actId="478"/>
          <ac:spMkLst>
            <pc:docMk/>
            <pc:sldMk cId="3893879870" sldId="8111"/>
            <ac:spMk id="8" creationId="{DA05C478-F363-8DFF-FB73-F7BA62B84690}"/>
          </ac:spMkLst>
        </pc:spChg>
        <pc:spChg chg="mod">
          <ac:chgData name="Yonghyun Sung" userId="ac2223b5-9af4-46ba-83c5-9fd81e81dea6" providerId="ADAL" clId="{3450202C-B6FF-4CC9-9669-29A0D17854A5}" dt="2026-07-08T06:36:17.335" v="2593" actId="20577"/>
          <ac:spMkLst>
            <pc:docMk/>
            <pc:sldMk cId="3893879870" sldId="8111"/>
            <ac:spMk id="9" creationId="{C944869F-6584-70C5-4EC8-2C2EE74FB4AB}"/>
          </ac:spMkLst>
        </pc:spChg>
        <pc:spChg chg="add mod topLvl">
          <ac:chgData name="Yonghyun Sung" userId="ac2223b5-9af4-46ba-83c5-9fd81e81dea6" providerId="ADAL" clId="{3450202C-B6FF-4CC9-9669-29A0D17854A5}" dt="2026-07-09T05:41:37.959" v="5714" actId="207"/>
          <ac:spMkLst>
            <pc:docMk/>
            <pc:sldMk cId="3893879870" sldId="8111"/>
            <ac:spMk id="10" creationId="{5EF10624-86EA-C6DB-93B8-9475C228F621}"/>
          </ac:spMkLst>
        </pc:spChg>
        <pc:spChg chg="add mod topLvl">
          <ac:chgData name="Yonghyun Sung" userId="ac2223b5-9af4-46ba-83c5-9fd81e81dea6" providerId="ADAL" clId="{3450202C-B6FF-4CC9-9669-29A0D17854A5}" dt="2026-07-09T05:41:37.959" v="5714" actId="207"/>
          <ac:spMkLst>
            <pc:docMk/>
            <pc:sldMk cId="3893879870" sldId="8111"/>
            <ac:spMk id="11" creationId="{A8B162A9-56AB-C66F-28F6-AB7F3E4B3DD9}"/>
          </ac:spMkLst>
        </pc:spChg>
        <pc:spChg chg="add mod topLvl">
          <ac:chgData name="Yonghyun Sung" userId="ac2223b5-9af4-46ba-83c5-9fd81e81dea6" providerId="ADAL" clId="{3450202C-B6FF-4CC9-9669-29A0D17854A5}" dt="2026-07-09T05:41:37.959" v="5714" actId="207"/>
          <ac:spMkLst>
            <pc:docMk/>
            <pc:sldMk cId="3893879870" sldId="8111"/>
            <ac:spMk id="12" creationId="{9D5EF55D-0CC9-A2AC-DA0A-E2E18112BF89}"/>
          </ac:spMkLst>
        </pc:spChg>
        <pc:spChg chg="add mod topLvl">
          <ac:chgData name="Yonghyun Sung" userId="ac2223b5-9af4-46ba-83c5-9fd81e81dea6" providerId="ADAL" clId="{3450202C-B6FF-4CC9-9669-29A0D17854A5}" dt="2026-07-09T05:41:37.959" v="5714" actId="207"/>
          <ac:spMkLst>
            <pc:docMk/>
            <pc:sldMk cId="3893879870" sldId="8111"/>
            <ac:spMk id="13" creationId="{02F354DF-F1AA-A1E8-F09F-92699658A0F3}"/>
          </ac:spMkLst>
        </pc:spChg>
        <pc:spChg chg="add mod">
          <ac:chgData name="Yonghyun Sung" userId="ac2223b5-9af4-46ba-83c5-9fd81e81dea6" providerId="ADAL" clId="{3450202C-B6FF-4CC9-9669-29A0D17854A5}" dt="2026-07-09T05:39:07.128" v="5687" actId="1038"/>
          <ac:spMkLst>
            <pc:docMk/>
            <pc:sldMk cId="3893879870" sldId="8111"/>
            <ac:spMk id="24" creationId="{C13F349C-79DB-726F-911F-33FB9BFA0D69}"/>
          </ac:spMkLst>
        </pc:spChg>
        <pc:spChg chg="mod">
          <ac:chgData name="Yonghyun Sung" userId="ac2223b5-9af4-46ba-83c5-9fd81e81dea6" providerId="ADAL" clId="{3450202C-B6FF-4CC9-9669-29A0D17854A5}" dt="2026-07-09T05:40:25.430" v="5693"/>
          <ac:spMkLst>
            <pc:docMk/>
            <pc:sldMk cId="3893879870" sldId="8111"/>
            <ac:spMk id="27" creationId="{3ABF0CE6-92EA-5FEF-23EB-F0E02ECA038E}"/>
          </ac:spMkLst>
        </pc:spChg>
        <pc:spChg chg="mod">
          <ac:chgData name="Yonghyun Sung" userId="ac2223b5-9af4-46ba-83c5-9fd81e81dea6" providerId="ADAL" clId="{3450202C-B6FF-4CC9-9669-29A0D17854A5}" dt="2026-07-09T05:40:25.430" v="5693"/>
          <ac:spMkLst>
            <pc:docMk/>
            <pc:sldMk cId="3893879870" sldId="8111"/>
            <ac:spMk id="28" creationId="{0EAD2563-7886-39DD-B207-F73E98FBD6A9}"/>
          </ac:spMkLst>
        </pc:spChg>
        <pc:spChg chg="mod">
          <ac:chgData name="Yonghyun Sung" userId="ac2223b5-9af4-46ba-83c5-9fd81e81dea6" providerId="ADAL" clId="{3450202C-B6FF-4CC9-9669-29A0D17854A5}" dt="2026-07-09T05:40:25.430" v="5693"/>
          <ac:spMkLst>
            <pc:docMk/>
            <pc:sldMk cId="3893879870" sldId="8111"/>
            <ac:spMk id="29" creationId="{099BEFD5-BC7F-8F9A-89D6-FE3CA499553A}"/>
          </ac:spMkLst>
        </pc:spChg>
        <pc:spChg chg="mod">
          <ac:chgData name="Yonghyun Sung" userId="ac2223b5-9af4-46ba-83c5-9fd81e81dea6" providerId="ADAL" clId="{3450202C-B6FF-4CC9-9669-29A0D17854A5}" dt="2026-07-09T05:40:25.430" v="5693"/>
          <ac:spMkLst>
            <pc:docMk/>
            <pc:sldMk cId="3893879870" sldId="8111"/>
            <ac:spMk id="30" creationId="{CCD2E63D-9C52-CB04-3C4D-B1A2BFC2925D}"/>
          </ac:spMkLst>
        </pc:spChg>
        <pc:spChg chg="mod">
          <ac:chgData name="Yonghyun Sung" userId="ac2223b5-9af4-46ba-83c5-9fd81e81dea6" providerId="ADAL" clId="{3450202C-B6FF-4CC9-9669-29A0D17854A5}" dt="2026-07-09T05:40:25.430" v="5693"/>
          <ac:spMkLst>
            <pc:docMk/>
            <pc:sldMk cId="3893879870" sldId="8111"/>
            <ac:spMk id="31" creationId="{9CAAD59B-CF0C-534A-999B-87D61A05683E}"/>
          </ac:spMkLst>
        </pc:spChg>
        <pc:spChg chg="mod">
          <ac:chgData name="Yonghyun Sung" userId="ac2223b5-9af4-46ba-83c5-9fd81e81dea6" providerId="ADAL" clId="{3450202C-B6FF-4CC9-9669-29A0D17854A5}" dt="2026-07-09T05:40:25.430" v="5693"/>
          <ac:spMkLst>
            <pc:docMk/>
            <pc:sldMk cId="3893879870" sldId="8111"/>
            <ac:spMk id="32" creationId="{45477B2B-3D72-A670-2242-342C116DD771}"/>
          </ac:spMkLst>
        </pc:spChg>
        <pc:spChg chg="add mod">
          <ac:chgData name="Yonghyun Sung" userId="ac2223b5-9af4-46ba-83c5-9fd81e81dea6" providerId="ADAL" clId="{3450202C-B6FF-4CC9-9669-29A0D17854A5}" dt="2026-07-09T05:40:58.032" v="5706" actId="14100"/>
          <ac:spMkLst>
            <pc:docMk/>
            <pc:sldMk cId="3893879870" sldId="8111"/>
            <ac:spMk id="33" creationId="{B0031694-6341-AC9F-656B-280CF6B25F9A}"/>
          </ac:spMkLst>
        </pc:spChg>
        <pc:spChg chg="add mod">
          <ac:chgData name="Yonghyun Sung" userId="ac2223b5-9af4-46ba-83c5-9fd81e81dea6" providerId="ADAL" clId="{3450202C-B6FF-4CC9-9669-29A0D17854A5}" dt="2026-07-09T05:41:51.776" v="5716" actId="1076"/>
          <ac:spMkLst>
            <pc:docMk/>
            <pc:sldMk cId="3893879870" sldId="8111"/>
            <ac:spMk id="34" creationId="{05CB70B9-9CF4-FC59-636B-4697D9CC890C}"/>
          </ac:spMkLst>
        </pc:spChg>
        <pc:spChg chg="add mod">
          <ac:chgData name="Yonghyun Sung" userId="ac2223b5-9af4-46ba-83c5-9fd81e81dea6" providerId="ADAL" clId="{3450202C-B6FF-4CC9-9669-29A0D17854A5}" dt="2026-07-09T05:40:53.965" v="5704" actId="14100"/>
          <ac:spMkLst>
            <pc:docMk/>
            <pc:sldMk cId="3893879870" sldId="8111"/>
            <ac:spMk id="35" creationId="{78C6E10D-21C2-0161-7775-5253DD2B6170}"/>
          </ac:spMkLst>
        </pc:spChg>
        <pc:spChg chg="add mod">
          <ac:chgData name="Yonghyun Sung" userId="ac2223b5-9af4-46ba-83c5-9fd81e81dea6" providerId="ADAL" clId="{3450202C-B6FF-4CC9-9669-29A0D17854A5}" dt="2026-07-09T05:41:03.499" v="5709" actId="14100"/>
          <ac:spMkLst>
            <pc:docMk/>
            <pc:sldMk cId="3893879870" sldId="8111"/>
            <ac:spMk id="36" creationId="{E1E00AE3-9E00-0313-83A8-B13992DA281C}"/>
          </ac:spMkLst>
        </pc:spChg>
        <pc:spChg chg="add mod">
          <ac:chgData name="Yonghyun Sung" userId="ac2223b5-9af4-46ba-83c5-9fd81e81dea6" providerId="ADAL" clId="{3450202C-B6FF-4CC9-9669-29A0D17854A5}" dt="2026-07-09T05:42:40.810" v="5751" actId="207"/>
          <ac:spMkLst>
            <pc:docMk/>
            <pc:sldMk cId="3893879870" sldId="8111"/>
            <ac:spMk id="37" creationId="{43ADDD7F-6E3C-2C45-C6CE-E80E31297640}"/>
          </ac:spMkLst>
        </pc:spChg>
        <pc:spChg chg="mod">
          <ac:chgData name="Yonghyun Sung" userId="ac2223b5-9af4-46ba-83c5-9fd81e81dea6" providerId="ADAL" clId="{3450202C-B6FF-4CC9-9669-29A0D17854A5}" dt="2026-07-09T06:03:37.545" v="6584" actId="6549"/>
          <ac:spMkLst>
            <pc:docMk/>
            <pc:sldMk cId="3893879870" sldId="8111"/>
            <ac:spMk id="38" creationId="{9DB6E228-CB0E-2263-180D-EFD83EF95057}"/>
          </ac:spMkLst>
        </pc:spChg>
        <pc:spChg chg="add mod">
          <ac:chgData name="Yonghyun Sung" userId="ac2223b5-9af4-46ba-83c5-9fd81e81dea6" providerId="ADAL" clId="{3450202C-B6FF-4CC9-9669-29A0D17854A5}" dt="2026-07-09T05:42:33.466" v="5750" actId="14100"/>
          <ac:spMkLst>
            <pc:docMk/>
            <pc:sldMk cId="3893879870" sldId="8111"/>
            <ac:spMk id="39" creationId="{FD5C2788-71EE-A514-5F2D-1AE27663760B}"/>
          </ac:spMkLst>
        </pc:spChg>
        <pc:spChg chg="add mod">
          <ac:chgData name="Yonghyun Sung" userId="ac2223b5-9af4-46ba-83c5-9fd81e81dea6" providerId="ADAL" clId="{3450202C-B6FF-4CC9-9669-29A0D17854A5}" dt="2026-07-09T05:42:40.810" v="5751" actId="207"/>
          <ac:spMkLst>
            <pc:docMk/>
            <pc:sldMk cId="3893879870" sldId="8111"/>
            <ac:spMk id="40" creationId="{B80F5E66-0079-9A31-4263-5E003218D6BD}"/>
          </ac:spMkLst>
        </pc:spChg>
        <pc:spChg chg="add mod">
          <ac:chgData name="Yonghyun Sung" userId="ac2223b5-9af4-46ba-83c5-9fd81e81dea6" providerId="ADAL" clId="{3450202C-B6FF-4CC9-9669-29A0D17854A5}" dt="2026-07-09T05:42:40.810" v="5751" actId="207"/>
          <ac:spMkLst>
            <pc:docMk/>
            <pc:sldMk cId="3893879870" sldId="8111"/>
            <ac:spMk id="41" creationId="{B2F122F6-ABA4-5E45-CB30-048582AE625D}"/>
          </ac:spMkLst>
        </pc:spChg>
        <pc:spChg chg="add mod">
          <ac:chgData name="Yonghyun Sung" userId="ac2223b5-9af4-46ba-83c5-9fd81e81dea6" providerId="ADAL" clId="{3450202C-B6FF-4CC9-9669-29A0D17854A5}" dt="2026-07-09T05:42:40.810" v="5751" actId="207"/>
          <ac:spMkLst>
            <pc:docMk/>
            <pc:sldMk cId="3893879870" sldId="8111"/>
            <ac:spMk id="42" creationId="{3CCFE065-A15B-2F95-1A83-D59E31324293}"/>
          </ac:spMkLst>
        </pc:spChg>
        <pc:spChg chg="add mod">
          <ac:chgData name="Yonghyun Sung" userId="ac2223b5-9af4-46ba-83c5-9fd81e81dea6" providerId="ADAL" clId="{3450202C-B6FF-4CC9-9669-29A0D17854A5}" dt="2026-07-09T05:42:40.810" v="5751" actId="207"/>
          <ac:spMkLst>
            <pc:docMk/>
            <pc:sldMk cId="3893879870" sldId="8111"/>
            <ac:spMk id="43" creationId="{5D7100A1-835D-4B90-3501-6025B60F012B}"/>
          </ac:spMkLst>
        </pc:spChg>
        <pc:spChg chg="add mod">
          <ac:chgData name="Yonghyun Sung" userId="ac2223b5-9af4-46ba-83c5-9fd81e81dea6" providerId="ADAL" clId="{3450202C-B6FF-4CC9-9669-29A0D17854A5}" dt="2026-07-09T05:42:22.869" v="5745" actId="571"/>
          <ac:spMkLst>
            <pc:docMk/>
            <pc:sldMk cId="3893879870" sldId="8111"/>
            <ac:spMk id="44" creationId="{763A26C9-65D4-2255-73D7-62BB8E0EE36C}"/>
          </ac:spMkLst>
        </pc:spChg>
        <pc:spChg chg="add mod">
          <ac:chgData name="Yonghyun Sung" userId="ac2223b5-9af4-46ba-83c5-9fd81e81dea6" providerId="ADAL" clId="{3450202C-B6FF-4CC9-9669-29A0D17854A5}" dt="2026-07-09T05:42:40.810" v="5751" actId="207"/>
          <ac:spMkLst>
            <pc:docMk/>
            <pc:sldMk cId="3893879870" sldId="8111"/>
            <ac:spMk id="45" creationId="{C5F5D28F-1954-2002-BD3B-EF2DC2697493}"/>
          </ac:spMkLst>
        </pc:spChg>
        <pc:spChg chg="del">
          <ac:chgData name="Yonghyun Sung" userId="ac2223b5-9af4-46ba-83c5-9fd81e81dea6" providerId="ADAL" clId="{3450202C-B6FF-4CC9-9669-29A0D17854A5}" dt="2026-07-09T05:27:27.833" v="5607" actId="478"/>
          <ac:spMkLst>
            <pc:docMk/>
            <pc:sldMk cId="3893879870" sldId="8111"/>
            <ac:spMk id="108" creationId="{89110DB6-09C3-3739-FE6B-BBBE60555E0F}"/>
          </ac:spMkLst>
        </pc:spChg>
        <pc:spChg chg="del">
          <ac:chgData name="Yonghyun Sung" userId="ac2223b5-9af4-46ba-83c5-9fd81e81dea6" providerId="ADAL" clId="{3450202C-B6FF-4CC9-9669-29A0D17854A5}" dt="2026-07-09T05:27:27.833" v="5607" actId="478"/>
          <ac:spMkLst>
            <pc:docMk/>
            <pc:sldMk cId="3893879870" sldId="8111"/>
            <ac:spMk id="109" creationId="{F70AD62C-8600-C264-6B82-C160581E1EB2}"/>
          </ac:spMkLst>
        </pc:spChg>
        <pc:spChg chg="del">
          <ac:chgData name="Yonghyun Sung" userId="ac2223b5-9af4-46ba-83c5-9fd81e81dea6" providerId="ADAL" clId="{3450202C-B6FF-4CC9-9669-29A0D17854A5}" dt="2026-07-09T05:42:51.912" v="5753" actId="478"/>
          <ac:spMkLst>
            <pc:docMk/>
            <pc:sldMk cId="3893879870" sldId="8111"/>
            <ac:spMk id="114" creationId="{8E76ADA4-C6A7-80AC-0CC7-D1D4F3732FBE}"/>
          </ac:spMkLst>
        </pc:spChg>
        <pc:grpChg chg="add del mod">
          <ac:chgData name="Yonghyun Sung" userId="ac2223b5-9af4-46ba-83c5-9fd81e81dea6" providerId="ADAL" clId="{3450202C-B6FF-4CC9-9669-29A0D17854A5}" dt="2026-07-09T05:41:26.503" v="5713" actId="165"/>
          <ac:grpSpMkLst>
            <pc:docMk/>
            <pc:sldMk cId="3893879870" sldId="8111"/>
            <ac:grpSpMk id="14" creationId="{F35ED5C8-55B7-6D4B-ADE5-4BB618D7DC27}"/>
          </ac:grpSpMkLst>
        </pc:grpChg>
        <pc:grpChg chg="add mod">
          <ac:chgData name="Yonghyun Sung" userId="ac2223b5-9af4-46ba-83c5-9fd81e81dea6" providerId="ADAL" clId="{3450202C-B6FF-4CC9-9669-29A0D17854A5}" dt="2026-07-09T05:40:25.430" v="5693"/>
          <ac:grpSpMkLst>
            <pc:docMk/>
            <pc:sldMk cId="3893879870" sldId="8111"/>
            <ac:grpSpMk id="26" creationId="{D2FE978F-7A12-84D4-36A8-8DB7A34396DA}"/>
          </ac:grpSpMkLst>
        </pc:grpChg>
        <pc:grpChg chg="del">
          <ac:chgData name="Yonghyun Sung" userId="ac2223b5-9af4-46ba-83c5-9fd81e81dea6" providerId="ADAL" clId="{3450202C-B6FF-4CC9-9669-29A0D17854A5}" dt="2026-07-09T05:27:27.833" v="5607" actId="478"/>
          <ac:grpSpMkLst>
            <pc:docMk/>
            <pc:sldMk cId="3893879870" sldId="8111"/>
            <ac:grpSpMk id="113" creationId="{A2B3D2AD-BB8D-29DA-FB39-9ED1E984938D}"/>
          </ac:grpSpMkLst>
        </pc:grpChg>
        <pc:picChg chg="add mod">
          <ac:chgData name="Yonghyun Sung" userId="ac2223b5-9af4-46ba-83c5-9fd81e81dea6" providerId="ADAL" clId="{3450202C-B6FF-4CC9-9669-29A0D17854A5}" dt="2026-07-09T05:35:02.680" v="5635" actId="1076"/>
          <ac:picMkLst>
            <pc:docMk/>
            <pc:sldMk cId="3893879870" sldId="8111"/>
            <ac:picMk id="2" creationId="{AB1388ED-B053-DEA9-645C-0CDAD64F8478}"/>
          </ac:picMkLst>
        </pc:picChg>
        <pc:picChg chg="add mod modCrop">
          <ac:chgData name="Yonghyun Sung" userId="ac2223b5-9af4-46ba-83c5-9fd81e81dea6" providerId="ADAL" clId="{3450202C-B6FF-4CC9-9669-29A0D17854A5}" dt="2026-07-09T05:36:34.487" v="5655" actId="1076"/>
          <ac:picMkLst>
            <pc:docMk/>
            <pc:sldMk cId="3893879870" sldId="8111"/>
            <ac:picMk id="4" creationId="{41C07BA2-EF9F-7222-8DDB-2C7DAED835CA}"/>
          </ac:picMkLst>
        </pc:picChg>
        <pc:picChg chg="add mod">
          <ac:chgData name="Yonghyun Sung" userId="ac2223b5-9af4-46ba-83c5-9fd81e81dea6" providerId="ADAL" clId="{3450202C-B6FF-4CC9-9669-29A0D17854A5}" dt="2026-07-09T05:38:11.795" v="5662" actId="571"/>
          <ac:picMkLst>
            <pc:docMk/>
            <pc:sldMk cId="3893879870" sldId="8111"/>
            <ac:picMk id="19" creationId="{C66CBD28-01C7-2249-783F-EB94CADAEC4D}"/>
          </ac:picMkLst>
        </pc:picChg>
        <pc:picChg chg="add mod modCrop">
          <ac:chgData name="Yonghyun Sung" userId="ac2223b5-9af4-46ba-83c5-9fd81e81dea6" providerId="ADAL" clId="{3450202C-B6FF-4CC9-9669-29A0D17854A5}" dt="2026-07-09T05:40:20.298" v="5692" actId="14100"/>
          <ac:picMkLst>
            <pc:docMk/>
            <pc:sldMk cId="3893879870" sldId="8111"/>
            <ac:picMk id="25" creationId="{4B529FCD-1A78-854E-81B2-4ED67F303795}"/>
          </ac:picMkLst>
        </pc:picChg>
        <pc:picChg chg="del">
          <ac:chgData name="Yonghyun Sung" userId="ac2223b5-9af4-46ba-83c5-9fd81e81dea6" providerId="ADAL" clId="{3450202C-B6FF-4CC9-9669-29A0D17854A5}" dt="2026-07-09T05:27:27.833" v="5607" actId="478"/>
          <ac:picMkLst>
            <pc:docMk/>
            <pc:sldMk cId="3893879870" sldId="8111"/>
            <ac:picMk id="71" creationId="{46E5D1D3-6CD5-91A6-DD3B-80FBAB4B6703}"/>
          </ac:picMkLst>
        </pc:picChg>
        <pc:picChg chg="del">
          <ac:chgData name="Yonghyun Sung" userId="ac2223b5-9af4-46ba-83c5-9fd81e81dea6" providerId="ADAL" clId="{3450202C-B6FF-4CC9-9669-29A0D17854A5}" dt="2026-07-09T05:27:27.833" v="5607" actId="478"/>
          <ac:picMkLst>
            <pc:docMk/>
            <pc:sldMk cId="3893879870" sldId="8111"/>
            <ac:picMk id="73" creationId="{EF90FB55-D96B-C2B2-1017-BABFDA5E7CC2}"/>
          </ac:picMkLst>
        </pc:picChg>
        <pc:picChg chg="del">
          <ac:chgData name="Yonghyun Sung" userId="ac2223b5-9af4-46ba-83c5-9fd81e81dea6" providerId="ADAL" clId="{3450202C-B6FF-4CC9-9669-29A0D17854A5}" dt="2026-07-09T05:27:27.833" v="5607" actId="478"/>
          <ac:picMkLst>
            <pc:docMk/>
            <pc:sldMk cId="3893879870" sldId="8111"/>
            <ac:picMk id="77" creationId="{228D78E6-3332-E225-7A15-80C8A0E1DCDB}"/>
          </ac:picMkLst>
        </pc:picChg>
        <pc:picChg chg="del">
          <ac:chgData name="Yonghyun Sung" userId="ac2223b5-9af4-46ba-83c5-9fd81e81dea6" providerId="ADAL" clId="{3450202C-B6FF-4CC9-9669-29A0D17854A5}" dt="2026-07-09T05:27:27.833" v="5607" actId="478"/>
          <ac:picMkLst>
            <pc:docMk/>
            <pc:sldMk cId="3893879870" sldId="8111"/>
            <ac:picMk id="81" creationId="{D20381C5-2386-220C-048A-5636D2C7902A}"/>
          </ac:picMkLst>
        </pc:picChg>
        <pc:picChg chg="del">
          <ac:chgData name="Yonghyun Sung" userId="ac2223b5-9af4-46ba-83c5-9fd81e81dea6" providerId="ADAL" clId="{3450202C-B6FF-4CC9-9669-29A0D17854A5}" dt="2026-07-09T05:27:27.833" v="5607" actId="478"/>
          <ac:picMkLst>
            <pc:docMk/>
            <pc:sldMk cId="3893879870" sldId="8111"/>
            <ac:picMk id="101" creationId="{A6C806F0-19B9-47C6-BA84-0DD589EF5F63}"/>
          </ac:picMkLst>
        </pc:picChg>
        <pc:cxnChg chg="add mod">
          <ac:chgData name="Yonghyun Sung" userId="ac2223b5-9af4-46ba-83c5-9fd81e81dea6" providerId="ADAL" clId="{3450202C-B6FF-4CC9-9669-29A0D17854A5}" dt="2026-07-09T05:38:45.296" v="5684" actId="208"/>
          <ac:cxnSpMkLst>
            <pc:docMk/>
            <pc:sldMk cId="3893879870" sldId="8111"/>
            <ac:cxnSpMk id="16" creationId="{6DE860D9-E00D-B419-8057-70BA34F418C8}"/>
          </ac:cxnSpMkLst>
        </pc:cxnChg>
        <pc:cxnChg chg="add mod">
          <ac:chgData name="Yonghyun Sung" userId="ac2223b5-9af4-46ba-83c5-9fd81e81dea6" providerId="ADAL" clId="{3450202C-B6FF-4CC9-9669-29A0D17854A5}" dt="2026-07-09T05:38:45.296" v="5684" actId="208"/>
          <ac:cxnSpMkLst>
            <pc:docMk/>
            <pc:sldMk cId="3893879870" sldId="8111"/>
            <ac:cxnSpMk id="17" creationId="{94F8F92D-A6B1-AEBC-E788-BCF9150FD5F5}"/>
          </ac:cxnSpMkLst>
        </pc:cxnChg>
        <pc:cxnChg chg="add mod">
          <ac:chgData name="Yonghyun Sung" userId="ac2223b5-9af4-46ba-83c5-9fd81e81dea6" providerId="ADAL" clId="{3450202C-B6FF-4CC9-9669-29A0D17854A5}" dt="2026-07-09T05:38:45.296" v="5684" actId="208"/>
          <ac:cxnSpMkLst>
            <pc:docMk/>
            <pc:sldMk cId="3893879870" sldId="8111"/>
            <ac:cxnSpMk id="18" creationId="{5B666C4A-7E42-AD0C-EC8F-007D030DB796}"/>
          </ac:cxnSpMkLst>
        </pc:cxnChg>
        <pc:cxnChg chg="add mod">
          <ac:chgData name="Yonghyun Sung" userId="ac2223b5-9af4-46ba-83c5-9fd81e81dea6" providerId="ADAL" clId="{3450202C-B6FF-4CC9-9669-29A0D17854A5}" dt="2026-07-09T05:38:45.296" v="5684" actId="208"/>
          <ac:cxnSpMkLst>
            <pc:docMk/>
            <pc:sldMk cId="3893879870" sldId="8111"/>
            <ac:cxnSpMk id="20" creationId="{EB0160B4-B79F-E29A-B3CC-93460A007737}"/>
          </ac:cxnSpMkLst>
        </pc:cxnChg>
        <pc:cxnChg chg="add mod">
          <ac:chgData name="Yonghyun Sung" userId="ac2223b5-9af4-46ba-83c5-9fd81e81dea6" providerId="ADAL" clId="{3450202C-B6FF-4CC9-9669-29A0D17854A5}" dt="2026-07-09T05:38:45.296" v="5684" actId="208"/>
          <ac:cxnSpMkLst>
            <pc:docMk/>
            <pc:sldMk cId="3893879870" sldId="8111"/>
            <ac:cxnSpMk id="21" creationId="{3E2215D7-472A-AC0F-F903-3590DAF7EAFA}"/>
          </ac:cxnSpMkLst>
        </pc:cxnChg>
        <pc:cxnChg chg="add mod">
          <ac:chgData name="Yonghyun Sung" userId="ac2223b5-9af4-46ba-83c5-9fd81e81dea6" providerId="ADAL" clId="{3450202C-B6FF-4CC9-9669-29A0D17854A5}" dt="2026-07-09T05:38:45.296" v="5684" actId="208"/>
          <ac:cxnSpMkLst>
            <pc:docMk/>
            <pc:sldMk cId="3893879870" sldId="8111"/>
            <ac:cxnSpMk id="22" creationId="{E21FFB83-4811-833E-0E57-D3B65456988B}"/>
          </ac:cxnSpMkLst>
        </pc:cxnChg>
        <pc:cxnChg chg="add mod">
          <ac:chgData name="Yonghyun Sung" userId="ac2223b5-9af4-46ba-83c5-9fd81e81dea6" providerId="ADAL" clId="{3450202C-B6FF-4CC9-9669-29A0D17854A5}" dt="2026-07-09T05:38:45.296" v="5684" actId="208"/>
          <ac:cxnSpMkLst>
            <pc:docMk/>
            <pc:sldMk cId="3893879870" sldId="8111"/>
            <ac:cxnSpMk id="23" creationId="{14E6B94E-055D-D8A6-B7D5-9F178C45E9B5}"/>
          </ac:cxnSpMkLst>
        </pc:cxnChg>
        <pc:cxnChg chg="del">
          <ac:chgData name="Yonghyun Sung" userId="ac2223b5-9af4-46ba-83c5-9fd81e81dea6" providerId="ADAL" clId="{3450202C-B6FF-4CC9-9669-29A0D17854A5}" dt="2026-07-09T05:27:27.833" v="5607" actId="478"/>
          <ac:cxnSpMkLst>
            <pc:docMk/>
            <pc:sldMk cId="3893879870" sldId="8111"/>
            <ac:cxnSpMk id="80" creationId="{0BDF30D6-E7D4-A087-7FD5-2481B103D578}"/>
          </ac:cxnSpMkLst>
        </pc:cxnChg>
        <pc:cxnChg chg="del">
          <ac:chgData name="Yonghyun Sung" userId="ac2223b5-9af4-46ba-83c5-9fd81e81dea6" providerId="ADAL" clId="{3450202C-B6FF-4CC9-9669-29A0D17854A5}" dt="2026-07-09T05:27:27.833" v="5607" actId="478"/>
          <ac:cxnSpMkLst>
            <pc:docMk/>
            <pc:sldMk cId="3893879870" sldId="8111"/>
            <ac:cxnSpMk id="105" creationId="{37F067DB-F1EB-CD6E-4579-3540BDFC1E3B}"/>
          </ac:cxnSpMkLst>
        </pc:cxnChg>
        <pc:cxnChg chg="del">
          <ac:chgData name="Yonghyun Sung" userId="ac2223b5-9af4-46ba-83c5-9fd81e81dea6" providerId="ADAL" clId="{3450202C-B6FF-4CC9-9669-29A0D17854A5}" dt="2026-07-09T05:39:13.722" v="5688" actId="478"/>
          <ac:cxnSpMkLst>
            <pc:docMk/>
            <pc:sldMk cId="3893879870" sldId="8111"/>
            <ac:cxnSpMk id="110" creationId="{47BB7D5B-6A01-73CA-1B62-ABA544882836}"/>
          </ac:cxnSpMkLst>
        </pc:cxnChg>
      </pc:sldChg>
      <pc:sldMasterChg chg="delSldLayout">
        <pc:chgData name="Yonghyun Sung" userId="ac2223b5-9af4-46ba-83c5-9fd81e81dea6" providerId="ADAL" clId="{3450202C-B6FF-4CC9-9669-29A0D17854A5}" dt="2026-07-08T06:57:54.854" v="3120" actId="47"/>
        <pc:sldMasterMkLst>
          <pc:docMk/>
          <pc:sldMasterMk cId="1458759200" sldId="2147483836"/>
        </pc:sldMasterMkLst>
        <pc:sldLayoutChg chg="del">
          <pc:chgData name="Yonghyun Sung" userId="ac2223b5-9af4-46ba-83c5-9fd81e81dea6" providerId="ADAL" clId="{3450202C-B6FF-4CC9-9669-29A0D17854A5}" dt="2026-07-08T06:57:54.854" v="3120" actId="47"/>
          <pc:sldLayoutMkLst>
            <pc:docMk/>
            <pc:sldMasterMk cId="1458759200" sldId="2147483836"/>
            <pc:sldLayoutMk cId="101261613" sldId="214748385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7" y="58"/>
            <a:ext cx="2944336" cy="496809"/>
          </a:xfrm>
          <a:prstGeom prst="rect">
            <a:avLst/>
          </a:prstGeom>
        </p:spPr>
        <p:txBody>
          <a:bodyPr vert="horz" lIns="90909" tIns="45456" rIns="90909" bIns="4545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7049" y="58"/>
            <a:ext cx="2944336" cy="496809"/>
          </a:xfrm>
          <a:prstGeom prst="rect">
            <a:avLst/>
          </a:prstGeom>
        </p:spPr>
        <p:txBody>
          <a:bodyPr vert="horz" lIns="90909" tIns="45456" rIns="90909" bIns="4545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C1A0412-5C13-4903-A452-9D1E461B8645}" type="datetimeFigureOut">
              <a:rPr lang="ko-KR" altLang="en-US"/>
              <a:pPr>
                <a:defRPr/>
              </a:pPr>
              <a:t>2026-07-09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7" y="9426657"/>
            <a:ext cx="2944336" cy="496808"/>
          </a:xfrm>
          <a:prstGeom prst="rect">
            <a:avLst/>
          </a:prstGeom>
        </p:spPr>
        <p:txBody>
          <a:bodyPr vert="horz" lIns="90909" tIns="45456" rIns="90909" bIns="45456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7049" y="9426657"/>
            <a:ext cx="2944336" cy="496808"/>
          </a:xfrm>
          <a:prstGeom prst="rect">
            <a:avLst/>
          </a:prstGeom>
        </p:spPr>
        <p:txBody>
          <a:bodyPr vert="horz" lIns="90909" tIns="45456" rIns="90909" bIns="45456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EDB4B5C-42AD-4361-ADA0-37A50191B6B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1596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7" y="58"/>
            <a:ext cx="2944336" cy="496809"/>
          </a:xfrm>
          <a:prstGeom prst="rect">
            <a:avLst/>
          </a:prstGeom>
        </p:spPr>
        <p:txBody>
          <a:bodyPr vert="horz" lIns="90909" tIns="45456" rIns="90909" bIns="45456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7049" y="58"/>
            <a:ext cx="2944336" cy="496809"/>
          </a:xfrm>
          <a:prstGeom prst="rect">
            <a:avLst/>
          </a:prstGeom>
        </p:spPr>
        <p:txBody>
          <a:bodyPr vert="horz" lIns="90909" tIns="45456" rIns="90909" bIns="45456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2B17A43-7C64-4168-A5CE-9C98F4BDD93B}" type="datetimeFigureOut">
              <a:rPr lang="ko-KR" altLang="en-US"/>
              <a:pPr>
                <a:defRPr/>
              </a:pPr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7313" y="744538"/>
            <a:ext cx="6618287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909" tIns="45456" rIns="90909" bIns="454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034" y="4715772"/>
            <a:ext cx="5434965" cy="4464923"/>
          </a:xfrm>
          <a:prstGeom prst="rect">
            <a:avLst/>
          </a:prstGeom>
        </p:spPr>
        <p:txBody>
          <a:bodyPr vert="horz" lIns="90909" tIns="45456" rIns="90909" bIns="454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277683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88811"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77577"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166371"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555152" algn="l" rtl="0" eaLnBrk="0" fontAlgn="base" latinLnBrk="1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943963" algn="l" defTabSz="777577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332747" algn="l" defTabSz="777577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721522" algn="l" defTabSz="777577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110301" algn="l" defTabSz="777577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5303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1767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1645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876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15994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4465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144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91144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45116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055395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7542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04775"/>
            <a:ext cx="8686800" cy="514350"/>
          </a:xfrm>
          <a:prstGeom prst="rect">
            <a:avLst/>
          </a:prstGeom>
        </p:spPr>
        <p:txBody>
          <a:bodyPr lIns="68576" tIns="34289" rIns="68576" bIns="34289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598" y="788670"/>
            <a:ext cx="8686800" cy="3771900"/>
          </a:xfrm>
          <a:prstGeom prst="rect">
            <a:avLst/>
          </a:prstGeom>
        </p:spPr>
        <p:txBody>
          <a:bodyPr lIns="68576" tIns="34289" rIns="68576" bIns="34289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626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4351413"/>
            <a:ext cx="9144000" cy="79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54" tIns="45622" rIns="91254" bIns="45622" rtlCol="0" anchor="ctr"/>
          <a:lstStyle/>
          <a:p>
            <a:pPr algn="ctr"/>
            <a:endParaRPr lang="ko-KR" altLang="en-US"/>
          </a:p>
        </p:txBody>
      </p:sp>
      <p:pic>
        <p:nvPicPr>
          <p:cNvPr id="8" name="Picture 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91" r="2157"/>
          <a:stretch/>
        </p:blipFill>
        <p:spPr>
          <a:xfrm>
            <a:off x="0" y="3813888"/>
            <a:ext cx="9136242" cy="1242138"/>
          </a:xfrm>
          <a:prstGeom prst="rect">
            <a:avLst/>
          </a:prstGeom>
        </p:spPr>
      </p:pic>
      <p:pic>
        <p:nvPicPr>
          <p:cNvPr id="9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91" y="4245989"/>
            <a:ext cx="4107774" cy="308611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>
          <a:xfrm>
            <a:off x="0" y="267495"/>
            <a:ext cx="9144000" cy="7920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254" tIns="45622" rIns="91254" bIns="45622"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179513" y="987574"/>
            <a:ext cx="8784976" cy="3312642"/>
          </a:xfrm>
        </p:spPr>
        <p:txBody>
          <a:bodyPr/>
          <a:lstStyle>
            <a:lvl1pPr indent="-179996">
              <a:lnSpc>
                <a:spcPct val="150000"/>
              </a:lnSpc>
              <a:defRPr sz="1600">
                <a:latin typeface="+mn-lt"/>
              </a:defRPr>
            </a:lvl1pPr>
            <a:lvl2pPr marL="742931" indent="-179996">
              <a:buFont typeface="Wingdings" pitchFamily="2" charset="2"/>
              <a:buChar char="l"/>
              <a:defRPr sz="1200" b="0">
                <a:latin typeface="+mn-lt"/>
              </a:defRPr>
            </a:lvl2pPr>
            <a:lvl3pPr>
              <a:defRPr/>
            </a:lvl3pPr>
            <a:lvl4pPr>
              <a:defRPr/>
            </a:lvl4pPr>
          </a:lstStyle>
          <a:p>
            <a:pPr lvl="0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0"/>
            <a:r>
              <a:rPr lang="en-US" altLang="zh-CN" dirty="0" err="1"/>
              <a:t>Lorem</a:t>
            </a:r>
            <a:r>
              <a:rPr lang="en-US" altLang="zh-CN" dirty="0"/>
              <a:t> </a:t>
            </a:r>
            <a:r>
              <a:rPr lang="en-US" altLang="zh-CN" dirty="0" err="1"/>
              <a:t>Ipsum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en-US" altLang="zh-CN" dirty="0"/>
          </a:p>
          <a:p>
            <a:pPr lvl="1"/>
            <a:r>
              <a:rPr lang="en-US" altLang="zh-CN" dirty="0"/>
              <a:t>Lorem </a:t>
            </a:r>
            <a:r>
              <a:rPr lang="en-US" altLang="zh-CN" dirty="0" err="1"/>
              <a:t>ipsum</a:t>
            </a:r>
            <a:r>
              <a:rPr lang="en-US" altLang="zh-CN" dirty="0"/>
              <a:t> dolor sit </a:t>
            </a:r>
            <a:r>
              <a:rPr lang="en-US" altLang="zh-CN" dirty="0" err="1"/>
              <a:t>amet</a:t>
            </a:r>
            <a:r>
              <a:rPr lang="en-US" altLang="zh-CN" dirty="0"/>
              <a:t>, </a:t>
            </a:r>
            <a:r>
              <a:rPr lang="en-US" altLang="zh-CN" dirty="0" err="1"/>
              <a:t>consectetur</a:t>
            </a:r>
            <a:r>
              <a:rPr lang="en-US" altLang="zh-CN" dirty="0"/>
              <a:t> </a:t>
            </a:r>
            <a:r>
              <a:rPr lang="en-US" altLang="zh-CN" dirty="0" err="1"/>
              <a:t>adipisicing</a:t>
            </a:r>
            <a:r>
              <a:rPr lang="en-US" altLang="zh-CN" dirty="0"/>
              <a:t> </a:t>
            </a:r>
            <a:r>
              <a:rPr lang="en-US" altLang="zh-CN" dirty="0" err="1"/>
              <a:t>elit</a:t>
            </a:r>
            <a:r>
              <a:rPr lang="en-US" altLang="zh-CN" dirty="0"/>
              <a:t>, </a:t>
            </a:r>
            <a:r>
              <a:rPr lang="en-US" altLang="zh-CN" dirty="0" err="1"/>
              <a:t>sed</a:t>
            </a:r>
            <a:r>
              <a:rPr lang="en-US" altLang="zh-CN" dirty="0"/>
              <a:t> do </a:t>
            </a:r>
            <a:r>
              <a:rPr lang="en-US" altLang="zh-CN" dirty="0" err="1"/>
              <a:t>eiusmod</a:t>
            </a:r>
            <a:r>
              <a:rPr lang="en-US" altLang="zh-CN" dirty="0"/>
              <a:t> </a:t>
            </a:r>
            <a:r>
              <a:rPr lang="en-US" altLang="zh-CN" dirty="0" err="1"/>
              <a:t>tempor</a:t>
            </a:r>
            <a:r>
              <a:rPr lang="en-US" altLang="zh-CN" dirty="0"/>
              <a:t> </a:t>
            </a:r>
            <a:r>
              <a:rPr lang="en-US" altLang="zh-CN" dirty="0" err="1"/>
              <a:t>incididunt</a:t>
            </a:r>
            <a:r>
              <a:rPr lang="en-US" altLang="zh-CN" dirty="0"/>
              <a:t> </a:t>
            </a:r>
            <a:r>
              <a:rPr lang="en-US" altLang="zh-CN" dirty="0" err="1"/>
              <a:t>ut</a:t>
            </a:r>
            <a:r>
              <a:rPr lang="en-US" altLang="zh-CN" dirty="0"/>
              <a:t> </a:t>
            </a:r>
            <a:r>
              <a:rPr lang="en-US" altLang="zh-CN" dirty="0" err="1"/>
              <a:t>labore</a:t>
            </a:r>
            <a:r>
              <a:rPr lang="en-US" altLang="zh-CN" dirty="0"/>
              <a:t> et </a:t>
            </a:r>
            <a:r>
              <a:rPr lang="en-US" altLang="zh-CN" dirty="0" err="1"/>
              <a:t>dolore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668" y="4587975"/>
            <a:ext cx="1249333" cy="55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7504" y="4803999"/>
            <a:ext cx="79208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fld id="{859EBC02-4C5A-48BF-8495-108B2AB07E9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818590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" name="文本占位符 7">
            <a:extLst>
              <a:ext uri="{FF2B5EF4-FFF2-40B4-BE49-F238E27FC236}">
                <a16:creationId xmlns:a16="http://schemas.microsoft.com/office/drawing/2014/main" id="{04E8CC1C-F222-4604-8363-B8371FFE0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52539" y="366565"/>
            <a:ext cx="1871662" cy="329199"/>
          </a:xfrm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zh-CN" altLang="en-US" sz="1600" b="1" kern="1200" dirty="0">
                <a:solidFill>
                  <a:schemeClr val="tx1"/>
                </a:solidFill>
                <a:latin typeface="+mj-lt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altLang="zh-CN" dirty="0"/>
              <a:t>DIRECTORY</a:t>
            </a:r>
            <a:endParaRPr lang="zh-CN" alt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9232"/>
            <a:ext cx="1152244" cy="24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67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759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  <p:sldLayoutId id="2147483848" r:id="rId12"/>
    <p:sldLayoutId id="2147483829" r:id="rId13"/>
    <p:sldLayoutId id="2147483832" r:id="rId14"/>
    <p:sldLayoutId id="2147483833" r:id="rId15"/>
    <p:sldLayoutId id="2147483851" r:id="rId16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317062"/>
              </p:ext>
            </p:extLst>
          </p:nvPr>
        </p:nvGraphicFramePr>
        <p:xfrm>
          <a:off x="60896" y="51470"/>
          <a:ext cx="9062392" cy="4982264"/>
        </p:xfrm>
        <a:graphic>
          <a:graphicData uri="http://schemas.openxmlformats.org/drawingml/2006/table">
            <a:tbl>
              <a:tblPr/>
              <a:tblGrid>
                <a:gridCol w="1105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5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2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23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9416">
                  <a:extLst>
                    <a:ext uri="{9D8B030D-6E8A-4147-A177-3AD203B41FA5}">
                      <a16:colId xmlns:a16="http://schemas.microsoft.com/office/drawing/2014/main" val="3845844877"/>
                    </a:ext>
                  </a:extLst>
                </a:gridCol>
                <a:gridCol w="4066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274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948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79968">
                <a:tc rowSpan="3" gridSpan="5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0" algn="l"/>
                        </a:tabLst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■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TM6027 TMED-2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Rear Plate Boss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부 </a:t>
                      </a: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Crack </a:t>
                      </a: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맑은 고딕" panose="020B0503020000020004" pitchFamily="50" charset="-127"/>
                          <a:ea typeface="+mn-ea"/>
                        </a:rPr>
                        <a:t>개선대책</a:t>
                      </a:r>
                      <a:endParaRPr kumimoji="1" lang="ko-KR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58016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1212"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작성부서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r>
                        <a:rPr kumimoji="1" lang="ko-KR" altLang="en-US" sz="7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작성일</a:t>
                      </a:r>
                      <a:endParaRPr lang="ko-KR" altLang="en-US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담당관리직</a:t>
                      </a:r>
                      <a:endParaRPr lang="ko-KR" altLang="en-US" b="0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발표자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결재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1212"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7/10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생산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/>
                        <a:t>성용현</a:t>
                      </a:r>
                      <a:endParaRPr lang="ko-KR" altLang="en-US" sz="800" b="1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/>
                        <a:t>성용현</a:t>
                      </a:r>
                      <a:endParaRPr lang="ko-KR" altLang="en-US" sz="800" b="1" dirty="0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688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문제부위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사진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임시 조치 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근본 개선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유첨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4640">
                <a:tc rowSpan="4"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gridSpan="6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1.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차기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Lot IPG Test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예정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(7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월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4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주차 예정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: Boss Crack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발생 요인 추가 분석 예정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  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재현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Test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후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재보고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예정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1. Issue lot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전수 초음파 검사 진행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(7/11~)</a:t>
                      </a: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ts val="13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2.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근본적 전수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Boss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초음파 검사 필요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(A8LF Type)</a:t>
                      </a: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6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mpd="sng">
                      <a:noFill/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862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28600" indent="-228600">
                        <a:lnSpc>
                          <a:spcPts val="1200"/>
                        </a:lnSpc>
                        <a:defRPr/>
                      </a:pPr>
                      <a:endParaRPr lang="en-US" altLang="ko-KR" sz="700" b="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indent="-228600">
                        <a:lnSpc>
                          <a:spcPts val="1200"/>
                        </a:lnSpc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 1.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 전체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Lot Pending,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Issue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발생 이력 분석 </a:t>
                      </a:r>
                      <a:r>
                        <a:rPr lang="en-US" altLang="ko-KR" sz="800" b="0" kern="1200" baseline="0" dirty="0">
                          <a:solidFill>
                            <a:srgbClr val="0000FF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- </a:t>
                      </a:r>
                      <a:r>
                        <a:rPr lang="ko-KR" altLang="en-US" sz="800" b="0" kern="1200" baseline="0" dirty="0">
                          <a:solidFill>
                            <a:srgbClr val="0000FF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유첨</a:t>
                      </a:r>
                      <a:endParaRPr lang="en-US" altLang="ko-KR" sz="800" b="0" kern="1200" baseline="0" dirty="0">
                        <a:solidFill>
                          <a:srgbClr val="0000FF"/>
                        </a:solidFill>
                        <a:latin typeface="+mj-ea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28600" indent="-228600">
                        <a:lnSpc>
                          <a:spcPts val="1200"/>
                        </a:lnSpc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 2. Issue Lot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처리 방안 수립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: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전수 초음파 검사 진행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568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원인 분석 </a:t>
                      </a: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유첨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/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8996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228600" marR="0" lvl="0" indent="-228600" algn="l" defTabSz="777577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1.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IPG Program Setting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에 따른 간헐적 내경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Crack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발생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 : </a:t>
                      </a:r>
                      <a:r>
                        <a:rPr lang="ko-KR" altLang="en-US" sz="800" b="0" kern="1200" baseline="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상램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단계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Core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압력에 따른 내경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Crack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발생 가능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 :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초기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IPG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표준화 수립 시 확인된 사항으로 표준화 항목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 :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1-9 Core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압력 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Spec 15~20kN (Issue 15kN,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수정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20kN)</a:t>
                      </a: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  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→ 차기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Lot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추가적인 재현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Test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가 필요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endParaRPr lang="en-US" altLang="ko-KR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228600" indent="-228600">
                        <a:lnSpc>
                          <a:spcPts val="1300"/>
                        </a:lnSpc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1. QC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발견 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대차 검증 했지만 간헐적 발생으로 전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Lot 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검증 필요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5319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개요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6" vMerge="1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4900">
                <a:tc rowSpan="5" gridSpan="3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5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 vMerge="1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6024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표준 반영</a:t>
                      </a:r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779512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marL="54000" marR="5400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수평전개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54000" marR="5400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63488"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4000" marR="54000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532CE37C-2575-E0D4-06B9-D6F9452CF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724"/>
          <a:stretch>
            <a:fillRect/>
          </a:stretch>
        </p:blipFill>
        <p:spPr>
          <a:xfrm>
            <a:off x="141563" y="825708"/>
            <a:ext cx="2037060" cy="143679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0000000-0008-0000-0700-000017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364" y="1592172"/>
            <a:ext cx="650719" cy="658714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5256053" y="843535"/>
            <a:ext cx="1" cy="720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1"/>
          <p:cNvSpPr>
            <a:spLocks noChangeArrowheads="1"/>
          </p:cNvSpPr>
          <p:nvPr/>
        </p:nvSpPr>
        <p:spPr bwMode="auto">
          <a:xfrm>
            <a:off x="5249195" y="713793"/>
            <a:ext cx="431666" cy="136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79" tIns="34289" rIns="68579" bIns="34289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800" dirty="0">
                <a:latin typeface="+mn-ea"/>
              </a:rPr>
              <a:t>일정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8619949" y="843535"/>
            <a:ext cx="0" cy="2412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41"/>
          <p:cNvSpPr>
            <a:spLocks noChangeArrowheads="1"/>
          </p:cNvSpPr>
          <p:nvPr/>
        </p:nvSpPr>
        <p:spPr bwMode="auto">
          <a:xfrm>
            <a:off x="8619950" y="831423"/>
            <a:ext cx="431666" cy="13691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79" tIns="34289" rIns="68579" bIns="34289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0" latinLnBrk="0" hangingPunct="0">
              <a:lnSpc>
                <a:spcPct val="90000"/>
              </a:lnSpc>
              <a:spcBef>
                <a:spcPct val="50000"/>
              </a:spcBef>
            </a:pPr>
            <a:r>
              <a:rPr lang="ko-KR" altLang="en-US" sz="800" dirty="0">
                <a:latin typeface="+mn-ea"/>
              </a:rPr>
              <a:t>일정</a:t>
            </a:r>
          </a:p>
        </p:txBody>
      </p:sp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2293144" y="843558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해당</a:t>
                      </a:r>
                      <a:r>
                        <a:rPr lang="en-US" altLang="ko-KR" sz="800">
                          <a:solidFill>
                            <a:schemeClr val="tx1"/>
                          </a:solidFill>
                        </a:rPr>
                        <a:t>Lot.</a:t>
                      </a:r>
                      <a:r>
                        <a:rPr lang="en-US" altLang="ko-KR" sz="8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baseline="0">
                          <a:solidFill>
                            <a:schemeClr val="tx1"/>
                          </a:solidFill>
                        </a:rPr>
                        <a:t>처리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789610"/>
              </p:ext>
            </p:extLst>
          </p:nvPr>
        </p:nvGraphicFramePr>
        <p:xfrm>
          <a:off x="2293143" y="1635646"/>
          <a:ext cx="2350865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근본개선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완료전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차기생산 임시조치 방법</a:t>
                      </a:r>
                      <a:endParaRPr lang="ko-KR" altLang="en-US" sz="800" dirty="0">
                        <a:solidFill>
                          <a:srgbClr val="0000FF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238447" y="809650"/>
            <a:ext cx="190308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+mn-ea"/>
                <a:ea typeface="+mn-ea"/>
              </a:rPr>
              <a:t>(   </a:t>
            </a:r>
            <a:r>
              <a:rPr lang="ko-KR" altLang="en-US" sz="800" dirty="0">
                <a:latin typeface="+mn-ea"/>
                <a:ea typeface="+mn-ea"/>
              </a:rPr>
              <a:t>선별</a:t>
            </a:r>
            <a:r>
              <a:rPr lang="en-US" altLang="ko-KR" sz="800" dirty="0">
                <a:latin typeface="+mn-ea"/>
                <a:ea typeface="+mn-ea"/>
              </a:rPr>
              <a:t>,    </a:t>
            </a:r>
            <a:r>
              <a:rPr lang="ko-KR" altLang="en-US" sz="800" dirty="0">
                <a:latin typeface="+mn-ea"/>
                <a:ea typeface="+mn-ea"/>
              </a:rPr>
              <a:t>재작업</a:t>
            </a:r>
            <a:r>
              <a:rPr lang="en-US" altLang="ko-KR" sz="800" dirty="0">
                <a:latin typeface="+mn-ea"/>
                <a:ea typeface="+mn-ea"/>
              </a:rPr>
              <a:t>,    </a:t>
            </a:r>
            <a:r>
              <a:rPr lang="ko-KR" altLang="en-US" sz="800" dirty="0">
                <a:latin typeface="+mn-ea"/>
                <a:ea typeface="+mn-ea"/>
              </a:rPr>
              <a:t>특채</a:t>
            </a:r>
            <a:r>
              <a:rPr lang="en-US" altLang="ko-KR" sz="800" dirty="0">
                <a:latin typeface="+mn-ea"/>
                <a:ea typeface="+mn-ea"/>
              </a:rPr>
              <a:t>,    </a:t>
            </a:r>
            <a:r>
              <a:rPr lang="ko-KR" altLang="en-US" sz="800" dirty="0">
                <a:latin typeface="+mn-ea"/>
                <a:ea typeface="+mn-ea"/>
              </a:rPr>
              <a:t>기타   </a:t>
            </a:r>
            <a:r>
              <a:rPr lang="en-US" altLang="ko-KR" sz="800" dirty="0">
                <a:latin typeface="+mn-ea"/>
                <a:ea typeface="+mn-ea"/>
              </a:rPr>
              <a:t>)</a:t>
            </a:r>
            <a:endParaRPr lang="ko-KR" altLang="en-US" sz="800" dirty="0">
              <a:latin typeface="+mn-ea"/>
              <a:ea typeface="+mn-ea"/>
            </a:endParaRPr>
          </a:p>
        </p:txBody>
      </p:sp>
      <p:sp>
        <p:nvSpPr>
          <p:cNvPr id="20" name="타원 19"/>
          <p:cNvSpPr/>
          <p:nvPr/>
        </p:nvSpPr>
        <p:spPr>
          <a:xfrm>
            <a:off x="3435644" y="804829"/>
            <a:ext cx="292653" cy="213541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576967"/>
              </p:ext>
            </p:extLst>
          </p:nvPr>
        </p:nvGraphicFramePr>
        <p:xfrm>
          <a:off x="2293378" y="2605658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발생 측면</a:t>
                      </a:r>
                      <a:endParaRPr lang="ko-KR" altLang="en-US" sz="800" dirty="0">
                        <a:solidFill>
                          <a:srgbClr val="0000FF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62743"/>
              </p:ext>
            </p:extLst>
          </p:nvPr>
        </p:nvGraphicFramePr>
        <p:xfrm>
          <a:off x="5724466" y="825708"/>
          <a:ext cx="1477291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7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발생 및 유출 방지 대책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979531"/>
              </p:ext>
            </p:extLst>
          </p:nvPr>
        </p:nvGraphicFramePr>
        <p:xfrm>
          <a:off x="6707669" y="3303806"/>
          <a:ext cx="2184811" cy="92494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4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표준류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개정여부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일자</a:t>
                      </a:r>
                      <a:endParaRPr lang="ko-KR" altLang="en-US" sz="6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PFMEA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관리계획서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작업표준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C/Sheet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■ 개정  □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4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작업요령서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6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□ 개정  ■ 불필요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0" name="Group 2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5266314"/>
              </p:ext>
            </p:extLst>
          </p:nvPr>
        </p:nvGraphicFramePr>
        <p:xfrm>
          <a:off x="5777987" y="4540719"/>
          <a:ext cx="3237268" cy="419011"/>
        </p:xfrm>
        <a:graphic>
          <a:graphicData uri="http://schemas.openxmlformats.org/drawingml/2006/table">
            <a:tbl>
              <a:tblPr/>
              <a:tblGrid>
                <a:gridCol w="1254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8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89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대상부품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적용유무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적용계획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1400">
                          <a:solidFill>
                            <a:schemeClr val="tx1"/>
                          </a:solidFill>
                          <a:latin typeface="Arial Narrow" pitchFamily="34" charset="0"/>
                          <a:ea typeface="LG스마트체 Regular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charset="0"/>
                          <a:ea typeface="돋움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TMED</a:t>
                      </a: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종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무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차기 </a:t>
                      </a: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Lot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Test</a:t>
                      </a: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후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E551DB88-60E1-C89C-386D-B8F4011C6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6481" y="78185"/>
            <a:ext cx="439927" cy="144000"/>
          </a:xfrm>
          <a:prstGeom prst="rect">
            <a:avLst/>
          </a:prstGeom>
        </p:spPr>
      </p:pic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0343F972-441C-577E-0B5E-413A536F80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792930"/>
              </p:ext>
            </p:extLst>
          </p:nvPr>
        </p:nvGraphicFramePr>
        <p:xfrm>
          <a:off x="133833" y="2887340"/>
          <a:ext cx="2072452" cy="2088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8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7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항목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발생일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26-07-02 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원인공정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성형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발견공정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협력업체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가유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작업설비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TPA800/3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해당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Lot.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20,990ea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7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</a:rPr>
                        <a:t>불량</a:t>
                      </a:r>
                      <a:r>
                        <a:rPr lang="en-US" altLang="ko-KR" sz="8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가유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3ea,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사내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1ea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E4C22E1D-5386-63DA-E451-C341ED1139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655489"/>
              </p:ext>
            </p:extLst>
          </p:nvPr>
        </p:nvGraphicFramePr>
        <p:xfrm>
          <a:off x="2334527" y="1078632"/>
          <a:ext cx="28330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2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53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Lot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수량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700" dirty="0" err="1">
                          <a:solidFill>
                            <a:schemeClr val="tx1"/>
                          </a:solidFill>
                        </a:rPr>
                        <a:t>ea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불량 수량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700" dirty="0" err="1">
                          <a:solidFill>
                            <a:schemeClr val="tx1"/>
                          </a:solidFill>
                        </a:rPr>
                        <a:t>ea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불량률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(PPM)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0">
                <a:tc>
                  <a:txBody>
                    <a:bodyPr/>
                    <a:lstStyle/>
                    <a:p>
                      <a:pPr marL="0" algn="ctr" defTabSz="685800" rtl="0" eaLnBrk="1" latinLnBrk="1" hangingPunct="1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20,990</a:t>
                      </a:r>
                      <a:endParaRPr lang="en-US" altLang="ko-KR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 err="1">
                          <a:solidFill>
                            <a:schemeClr val="tx1"/>
                          </a:solidFill>
                        </a:rPr>
                        <a:t>가유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3ea, 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사내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1ea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191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CA179D59-99A8-290D-0CB1-32843F4A65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812149"/>
              </p:ext>
            </p:extLst>
          </p:nvPr>
        </p:nvGraphicFramePr>
        <p:xfrm>
          <a:off x="152882" y="2302121"/>
          <a:ext cx="2014363" cy="315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6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56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현상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Rear Plate Boss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부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Crack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으로 탈락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97D2A004-3604-BD0D-A26C-E1C32B911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987049"/>
              </p:ext>
            </p:extLst>
          </p:nvPr>
        </p:nvGraphicFramePr>
        <p:xfrm>
          <a:off x="2293378" y="4088248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유출 측면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9EF7A4C0-7D0E-F88A-9502-160DB14638A0}"/>
              </a:ext>
            </a:extLst>
          </p:cNvPr>
          <p:cNvCxnSpPr>
            <a:cxnSpLocks/>
          </p:cNvCxnSpPr>
          <p:nvPr/>
        </p:nvCxnSpPr>
        <p:spPr>
          <a:xfrm>
            <a:off x="2302020" y="4060405"/>
            <a:ext cx="3399933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E35E566-B5AB-A370-F737-60F2E0953C48}"/>
              </a:ext>
            </a:extLst>
          </p:cNvPr>
          <p:cNvSpPr txBox="1"/>
          <p:nvPr/>
        </p:nvSpPr>
        <p:spPr>
          <a:xfrm>
            <a:off x="8683119" y="1081546"/>
            <a:ext cx="3401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dirty="0">
                <a:highlight>
                  <a:srgbClr val="FFFF00"/>
                </a:highlight>
                <a:latin typeface="+mn-ea"/>
                <a:ea typeface="+mn-ea"/>
              </a:rPr>
              <a:t>7/24</a:t>
            </a:r>
            <a:endParaRPr lang="ko-KR" altLang="en-US" sz="600" dirty="0">
              <a:highlight>
                <a:srgbClr val="FFFF00"/>
              </a:highlight>
              <a:latin typeface="+mn-ea"/>
              <a:ea typeface="+mn-ea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BFC172C1-7C01-0D7A-BC07-5C8E0D35C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0304579"/>
              </p:ext>
            </p:extLst>
          </p:nvPr>
        </p:nvGraphicFramePr>
        <p:xfrm>
          <a:off x="5755038" y="2022750"/>
          <a:ext cx="979680" cy="160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04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유출 측면</a:t>
                      </a:r>
                    </a:p>
                  </a:txBody>
                  <a:tcPr marL="96000" marR="9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1C251515-2E41-5970-C942-DC5875496681}"/>
              </a:ext>
            </a:extLst>
          </p:cNvPr>
          <p:cNvSpPr txBox="1"/>
          <p:nvPr/>
        </p:nvSpPr>
        <p:spPr>
          <a:xfrm>
            <a:off x="8683119" y="2190060"/>
            <a:ext cx="340158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dirty="0">
                <a:highlight>
                  <a:srgbClr val="FFFF00"/>
                </a:highlight>
                <a:latin typeface="+mn-ea"/>
              </a:rPr>
              <a:t>7/30</a:t>
            </a:r>
            <a:endParaRPr lang="ko-KR" altLang="en-US" sz="600" dirty="0">
              <a:highlight>
                <a:srgbClr val="FFFF00"/>
              </a:highlight>
              <a:latin typeface="+mn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51C9597-AEE0-AF4C-6BC8-63F3FD2EA407}"/>
              </a:ext>
            </a:extLst>
          </p:cNvPr>
          <p:cNvCxnSpPr>
            <a:cxnSpLocks/>
          </p:cNvCxnSpPr>
          <p:nvPr/>
        </p:nvCxnSpPr>
        <p:spPr>
          <a:xfrm>
            <a:off x="5694821" y="1991223"/>
            <a:ext cx="3399933" cy="0"/>
          </a:xfrm>
          <a:prstGeom prst="line">
            <a:avLst/>
          </a:prstGeom>
          <a:ln w="952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4F72058D-6D6D-94E5-B34F-FBA2F07BD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840" y="455801"/>
            <a:ext cx="372557" cy="246061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C27C02C8-E32A-7DA8-9979-E0987A65E9B8}"/>
              </a:ext>
            </a:extLst>
          </p:cNvPr>
          <p:cNvSpPr txBox="1"/>
          <p:nvPr/>
        </p:nvSpPr>
        <p:spPr>
          <a:xfrm>
            <a:off x="8593352" y="2411050"/>
            <a:ext cx="519694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">
                <a:highlight>
                  <a:srgbClr val="FFFF00"/>
                </a:highlight>
                <a:latin typeface="+mn-ea"/>
                <a:ea typeface="+mn-ea"/>
              </a:rPr>
              <a:t>협의</a:t>
            </a:r>
            <a:r>
              <a:rPr lang="en-US" altLang="ko-KR" sz="600" dirty="0">
                <a:highlight>
                  <a:srgbClr val="FFFF00"/>
                </a:highlight>
                <a:latin typeface="+mn-ea"/>
                <a:ea typeface="+mn-ea"/>
              </a:rPr>
              <a:t> </a:t>
            </a:r>
            <a:r>
              <a:rPr lang="ko-KR" altLang="en-US" sz="600" dirty="0">
                <a:highlight>
                  <a:srgbClr val="FFFF00"/>
                </a:highlight>
                <a:latin typeface="+mn-ea"/>
                <a:ea typeface="+mn-ea"/>
              </a:rPr>
              <a:t>필요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FCA83AA-D258-9B5F-5B52-C511DCE446E9}"/>
              </a:ext>
            </a:extLst>
          </p:cNvPr>
          <p:cNvCxnSpPr>
            <a:cxnSpLocks/>
          </p:cNvCxnSpPr>
          <p:nvPr/>
        </p:nvCxnSpPr>
        <p:spPr>
          <a:xfrm flipV="1">
            <a:off x="899086" y="1749787"/>
            <a:ext cx="0" cy="2997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E7C96E47-9B15-B17B-A2D2-3DAA9355E710}"/>
              </a:ext>
            </a:extLst>
          </p:cNvPr>
          <p:cNvCxnSpPr>
            <a:cxnSpLocks/>
          </p:cNvCxnSpPr>
          <p:nvPr/>
        </p:nvCxnSpPr>
        <p:spPr>
          <a:xfrm flipV="1">
            <a:off x="1828723" y="1899661"/>
            <a:ext cx="0" cy="2997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8700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CB179C1-D2BD-FF9E-DB73-67C76E5DCF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52538" y="366565"/>
            <a:ext cx="6847854" cy="329199"/>
          </a:xfrm>
        </p:spPr>
        <p:txBody>
          <a:bodyPr vert="horz" lIns="0" tIns="0" rIns="0" bIns="0" rtlCol="0">
            <a:noAutofit/>
          </a:bodyPr>
          <a:lstStyle/>
          <a:p>
            <a:pPr defTabSz="914400"/>
            <a:r>
              <a:rPr lang="en-US" altLang="ko-KR" sz="1800" dirty="0">
                <a:latin typeface="+mn-lt"/>
              </a:rPr>
              <a:t>TM6027 TMED-2 Rear Plate Boss</a:t>
            </a:r>
            <a:r>
              <a:rPr lang="ko-KR" altLang="en-US" sz="1800" dirty="0">
                <a:latin typeface="+mn-lt"/>
              </a:rPr>
              <a:t>부 </a:t>
            </a:r>
            <a:r>
              <a:rPr lang="en-US" altLang="ko-KR" sz="1800" dirty="0">
                <a:latin typeface="+mn-lt"/>
              </a:rPr>
              <a:t>Crack </a:t>
            </a:r>
            <a:r>
              <a:rPr lang="ko-KR" altLang="en-US" sz="1800" dirty="0">
                <a:latin typeface="+mn-lt"/>
              </a:rPr>
              <a:t>개선대책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410D244F-CF2E-174B-3F31-7A819B986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</p:spPr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53" name="Footer Placeholder 3">
            <a:extLst>
              <a:ext uri="{FF2B5EF4-FFF2-40B4-BE49-F238E27FC236}">
                <a16:creationId xmlns:a16="http://schemas.microsoft.com/office/drawing/2014/main" id="{8E6267B0-75B7-8932-8632-D93720EF7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</p:spPr>
        <p:txBody>
          <a:bodyPr/>
          <a:lstStyle/>
          <a:p>
            <a:r>
              <a:rPr lang="en-US" altLang="zh-CN" dirty="0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9" name="Rectangle 37">
            <a:extLst>
              <a:ext uri="{FF2B5EF4-FFF2-40B4-BE49-F238E27FC236}">
                <a16:creationId xmlns:a16="http://schemas.microsoft.com/office/drawing/2014/main" id="{C944869F-6584-70C5-4EC8-2C2EE74FB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09" y="760342"/>
            <a:ext cx="4980951" cy="29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유첨 </a:t>
            </a:r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#1 – Issue Lot 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분석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0247D957-6CF2-8431-AB3C-1C7BE3867765}"/>
              </a:ext>
            </a:extLst>
          </p:cNvPr>
          <p:cNvCxnSpPr/>
          <p:nvPr/>
        </p:nvCxnSpPr>
        <p:spPr>
          <a:xfrm>
            <a:off x="630812" y="2072579"/>
            <a:ext cx="7848000" cy="0"/>
          </a:xfrm>
          <a:prstGeom prst="straightConnector1">
            <a:avLst/>
          </a:prstGeom>
          <a:ln w="31750">
            <a:solidFill>
              <a:schemeClr val="tx1">
                <a:lumMod val="50000"/>
                <a:lumOff val="50000"/>
              </a:schemeClr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C546719-EF2B-FAA6-697E-CA244AB743A7}"/>
              </a:ext>
            </a:extLst>
          </p:cNvPr>
          <p:cNvCxnSpPr>
            <a:cxnSpLocks/>
          </p:cNvCxnSpPr>
          <p:nvPr/>
        </p:nvCxnSpPr>
        <p:spPr>
          <a:xfrm>
            <a:off x="630812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2CE5346-74E2-39FF-5B99-462ECC894311}"/>
              </a:ext>
            </a:extLst>
          </p:cNvPr>
          <p:cNvCxnSpPr>
            <a:cxnSpLocks/>
          </p:cNvCxnSpPr>
          <p:nvPr/>
        </p:nvCxnSpPr>
        <p:spPr>
          <a:xfrm>
            <a:off x="1102161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51F8625-712C-72E0-B04D-7A9A09DC497F}"/>
              </a:ext>
            </a:extLst>
          </p:cNvPr>
          <p:cNvCxnSpPr>
            <a:cxnSpLocks/>
          </p:cNvCxnSpPr>
          <p:nvPr/>
        </p:nvCxnSpPr>
        <p:spPr>
          <a:xfrm>
            <a:off x="1573510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9DB6E228-CB0E-2263-180D-EFD83EF95057}"/>
              </a:ext>
            </a:extLst>
          </p:cNvPr>
          <p:cNvSpPr txBox="1"/>
          <p:nvPr/>
        </p:nvSpPr>
        <p:spPr>
          <a:xfrm>
            <a:off x="375534" y="3577006"/>
            <a:ext cx="4791696" cy="991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latin typeface="+mj-ea"/>
                <a:cs typeface="Arial" panose="020B0604020202020204" pitchFamily="34" charset="0"/>
              </a:rPr>
              <a:t> - 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셋팅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, 6/25 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연속 가동 중 내경 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Crack 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발생</a:t>
            </a:r>
            <a:endParaRPr lang="en-US" altLang="ko-KR" sz="800" dirty="0">
              <a:latin typeface="+mj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j-ea"/>
                <a:cs typeface="Arial" panose="020B0604020202020204" pitchFamily="34" charset="0"/>
              </a:rPr>
              <a:t> - QC 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순회 검사 중 발견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, 3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대차 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Pending, 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선별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 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진행 ≒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30ea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 불량 폐기 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현장 자체 공유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j-ea"/>
                <a:cs typeface="Arial" panose="020B0604020202020204" pitchFamily="34" charset="0"/>
              </a:rPr>
              <a:t>   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→ 간헐적 발생으로 전체 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Lot Pending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j-ea"/>
                <a:cs typeface="Arial" panose="020B0604020202020204" pitchFamily="34" charset="0"/>
              </a:rPr>
              <a:t> - 6/25 Core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 압력 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15kN 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→ 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20kN 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변경 후 양산 진행 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표준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 </a:t>
            </a:r>
            <a:r>
              <a:rPr lang="ko-KR" altLang="en-US" sz="800" dirty="0">
                <a:latin typeface="+mj-ea"/>
                <a:cs typeface="Arial" panose="020B0604020202020204" pitchFamily="34" charset="0"/>
              </a:rPr>
              <a:t>범위 내</a:t>
            </a:r>
            <a:r>
              <a:rPr lang="en-US" altLang="ko-KR" sz="800" dirty="0">
                <a:latin typeface="+mj-ea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j-ea"/>
                <a:ea typeface="+mj-ea"/>
                <a:cs typeface="Arial" panose="020B0604020202020204" pitchFamily="34" charset="0"/>
              </a:rPr>
              <a:t> - </a:t>
            </a:r>
            <a:r>
              <a:rPr lang="ko-KR" altLang="en-US" sz="800" dirty="0">
                <a:latin typeface="+mj-ea"/>
                <a:ea typeface="+mj-ea"/>
                <a:cs typeface="Arial" panose="020B0604020202020204" pitchFamily="34" charset="0"/>
              </a:rPr>
              <a:t>초음파 검사 </a:t>
            </a:r>
            <a:r>
              <a:rPr lang="en-US" altLang="ko-KR" sz="800" dirty="0">
                <a:latin typeface="+mj-ea"/>
                <a:ea typeface="+mj-ea"/>
                <a:cs typeface="Arial" panose="020B0604020202020204" pitchFamily="34" charset="0"/>
              </a:rPr>
              <a:t>1,500~2,000ea/</a:t>
            </a:r>
            <a:r>
              <a:rPr lang="ko-KR" altLang="en-US" sz="800" dirty="0">
                <a:latin typeface="+mj-ea"/>
                <a:ea typeface="+mj-ea"/>
                <a:cs typeface="Arial" panose="020B0604020202020204" pitchFamily="34" charset="0"/>
              </a:rPr>
              <a:t>日 선별 가능으로 </a:t>
            </a:r>
            <a:r>
              <a:rPr lang="en-US" altLang="ko-KR" sz="800" dirty="0">
                <a:latin typeface="+mj-ea"/>
                <a:ea typeface="+mj-ea"/>
                <a:cs typeface="Arial" panose="020B0604020202020204" pitchFamily="34" charset="0"/>
              </a:rPr>
              <a:t>10</a:t>
            </a:r>
            <a:r>
              <a:rPr lang="ko-KR" altLang="en-US" sz="800" dirty="0">
                <a:latin typeface="+mj-ea"/>
                <a:ea typeface="+mj-ea"/>
                <a:cs typeface="Arial" panose="020B0604020202020204" pitchFamily="34" charset="0"/>
              </a:rPr>
              <a:t>일</a:t>
            </a:r>
            <a:r>
              <a:rPr lang="en-US" altLang="ko-KR" sz="800" dirty="0">
                <a:latin typeface="+mj-ea"/>
                <a:ea typeface="+mj-ea"/>
                <a:cs typeface="Arial" panose="020B0604020202020204" pitchFamily="34" charset="0"/>
              </a:rPr>
              <a:t>~13</a:t>
            </a:r>
            <a:r>
              <a:rPr lang="ko-KR" altLang="en-US" sz="800" dirty="0">
                <a:latin typeface="+mj-ea"/>
                <a:ea typeface="+mj-ea"/>
                <a:cs typeface="Arial" panose="020B0604020202020204" pitchFamily="34" charset="0"/>
              </a:rPr>
              <a:t>일 소요 예상 </a:t>
            </a:r>
            <a:r>
              <a:rPr lang="en-US" altLang="ko-KR" sz="800" dirty="0">
                <a:latin typeface="+mj-ea"/>
                <a:ea typeface="+mj-ea"/>
                <a:cs typeface="Arial" panose="020B0604020202020204" pitchFamily="34" charset="0"/>
              </a:rPr>
              <a:t>(</a:t>
            </a:r>
            <a:r>
              <a:rPr lang="ko-KR" altLang="en-US" sz="800" dirty="0">
                <a:latin typeface="+mj-ea"/>
                <a:ea typeface="+mj-ea"/>
                <a:cs typeface="Arial" panose="020B0604020202020204" pitchFamily="34" charset="0"/>
              </a:rPr>
              <a:t>부서별 초음파 검사 진행 중</a:t>
            </a:r>
            <a:r>
              <a:rPr lang="en-US" altLang="ko-KR" sz="800" dirty="0">
                <a:latin typeface="+mj-ea"/>
                <a:ea typeface="+mj-ea"/>
                <a:cs typeface="Arial" panose="020B0604020202020204" pitchFamily="34" charset="0"/>
              </a:rPr>
              <a:t>)</a:t>
            </a:r>
            <a:endParaRPr lang="ko-KR" altLang="en-US" sz="800" dirty="0">
              <a:latin typeface="+mj-ea"/>
              <a:ea typeface="+mj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2F5EB15-B380-A282-9E76-F333A90A29E9}"/>
              </a:ext>
            </a:extLst>
          </p:cNvPr>
          <p:cNvCxnSpPr>
            <a:cxnSpLocks/>
          </p:cNvCxnSpPr>
          <p:nvPr/>
        </p:nvCxnSpPr>
        <p:spPr>
          <a:xfrm>
            <a:off x="2044859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C178E8D-0F91-7308-E66B-2DA1B618774B}"/>
              </a:ext>
            </a:extLst>
          </p:cNvPr>
          <p:cNvCxnSpPr>
            <a:cxnSpLocks/>
          </p:cNvCxnSpPr>
          <p:nvPr/>
        </p:nvCxnSpPr>
        <p:spPr>
          <a:xfrm>
            <a:off x="2516208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54ADD543-B4C3-9429-5E19-699945AB59DE}"/>
              </a:ext>
            </a:extLst>
          </p:cNvPr>
          <p:cNvCxnSpPr>
            <a:cxnSpLocks/>
          </p:cNvCxnSpPr>
          <p:nvPr/>
        </p:nvCxnSpPr>
        <p:spPr>
          <a:xfrm>
            <a:off x="2987557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510EF7FE-96D8-BC8E-294A-23EC487E20CB}"/>
              </a:ext>
            </a:extLst>
          </p:cNvPr>
          <p:cNvCxnSpPr>
            <a:cxnSpLocks/>
          </p:cNvCxnSpPr>
          <p:nvPr/>
        </p:nvCxnSpPr>
        <p:spPr>
          <a:xfrm>
            <a:off x="4872953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3CC8F78-9E65-1F3F-D337-1851B53200EA}"/>
              </a:ext>
            </a:extLst>
          </p:cNvPr>
          <p:cNvCxnSpPr>
            <a:cxnSpLocks/>
          </p:cNvCxnSpPr>
          <p:nvPr/>
        </p:nvCxnSpPr>
        <p:spPr>
          <a:xfrm>
            <a:off x="6758349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B982C08A-9813-4B18-018F-E98C8CA890B4}"/>
              </a:ext>
            </a:extLst>
          </p:cNvPr>
          <p:cNvCxnSpPr>
            <a:cxnSpLocks/>
          </p:cNvCxnSpPr>
          <p:nvPr/>
        </p:nvCxnSpPr>
        <p:spPr>
          <a:xfrm>
            <a:off x="8172400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635E670-F1F0-23F1-03CC-DAB0E2CDDB00}"/>
              </a:ext>
            </a:extLst>
          </p:cNvPr>
          <p:cNvCxnSpPr>
            <a:cxnSpLocks/>
          </p:cNvCxnSpPr>
          <p:nvPr/>
        </p:nvCxnSpPr>
        <p:spPr>
          <a:xfrm>
            <a:off x="3458906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6B03F901-032A-8A0D-E8FE-E550F4338D4C}"/>
              </a:ext>
            </a:extLst>
          </p:cNvPr>
          <p:cNvCxnSpPr>
            <a:cxnSpLocks/>
          </p:cNvCxnSpPr>
          <p:nvPr/>
        </p:nvCxnSpPr>
        <p:spPr>
          <a:xfrm>
            <a:off x="3930255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8B401CB-FD21-05D3-133A-9DCD1DA31BB8}"/>
              </a:ext>
            </a:extLst>
          </p:cNvPr>
          <p:cNvCxnSpPr>
            <a:cxnSpLocks/>
          </p:cNvCxnSpPr>
          <p:nvPr/>
        </p:nvCxnSpPr>
        <p:spPr>
          <a:xfrm>
            <a:off x="4401604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3D5A9FE-B18D-527D-CA1B-B2AC71487DE9}"/>
              </a:ext>
            </a:extLst>
          </p:cNvPr>
          <p:cNvCxnSpPr>
            <a:cxnSpLocks/>
          </p:cNvCxnSpPr>
          <p:nvPr/>
        </p:nvCxnSpPr>
        <p:spPr>
          <a:xfrm>
            <a:off x="5344302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D3832FE-412E-F626-17AD-19BF2E6AB24F}"/>
              </a:ext>
            </a:extLst>
          </p:cNvPr>
          <p:cNvCxnSpPr>
            <a:cxnSpLocks/>
          </p:cNvCxnSpPr>
          <p:nvPr/>
        </p:nvCxnSpPr>
        <p:spPr>
          <a:xfrm>
            <a:off x="5815651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957D9321-1975-3822-E6CF-9CF8896EFFA5}"/>
              </a:ext>
            </a:extLst>
          </p:cNvPr>
          <p:cNvCxnSpPr>
            <a:cxnSpLocks/>
          </p:cNvCxnSpPr>
          <p:nvPr/>
        </p:nvCxnSpPr>
        <p:spPr>
          <a:xfrm>
            <a:off x="6287000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BDB67696-C5EE-DB31-7E11-3EF161388C00}"/>
              </a:ext>
            </a:extLst>
          </p:cNvPr>
          <p:cNvCxnSpPr>
            <a:cxnSpLocks/>
          </p:cNvCxnSpPr>
          <p:nvPr/>
        </p:nvCxnSpPr>
        <p:spPr>
          <a:xfrm>
            <a:off x="7229698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9554CED6-BBED-43F5-3E40-1BA1AFDEB441}"/>
              </a:ext>
            </a:extLst>
          </p:cNvPr>
          <p:cNvCxnSpPr>
            <a:cxnSpLocks/>
          </p:cNvCxnSpPr>
          <p:nvPr/>
        </p:nvCxnSpPr>
        <p:spPr>
          <a:xfrm>
            <a:off x="7701047" y="2018874"/>
            <a:ext cx="0" cy="108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BCCB985-58BF-1562-EFD1-4450445EDB6D}"/>
              </a:ext>
            </a:extLst>
          </p:cNvPr>
          <p:cNvSpPr txBox="1"/>
          <p:nvPr/>
        </p:nvSpPr>
        <p:spPr>
          <a:xfrm>
            <a:off x="375534" y="1819057"/>
            <a:ext cx="513282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+mj-ea"/>
                <a:ea typeface="+mj-ea"/>
              </a:rPr>
              <a:t>6/24(</a:t>
            </a:r>
            <a:r>
              <a:rPr lang="ko-KR" altLang="en-US" sz="700" dirty="0">
                <a:latin typeface="+mj-ea"/>
                <a:ea typeface="+mj-ea"/>
              </a:rPr>
              <a:t>수</a:t>
            </a:r>
            <a:r>
              <a:rPr lang="en-US" altLang="ko-KR" sz="700" dirty="0">
                <a:latin typeface="+mj-ea"/>
                <a:ea typeface="+mj-ea"/>
              </a:rPr>
              <a:t>)</a:t>
            </a:r>
            <a:endParaRPr lang="ko-KR" altLang="en-US" sz="700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6E0DA2-0B12-FB4F-2CFF-93E600569CE5}"/>
              </a:ext>
            </a:extLst>
          </p:cNvPr>
          <p:cNvSpPr txBox="1"/>
          <p:nvPr/>
        </p:nvSpPr>
        <p:spPr>
          <a:xfrm>
            <a:off x="4176014" y="1819057"/>
            <a:ext cx="463588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+mj-ea"/>
                <a:ea typeface="+mj-ea"/>
              </a:rPr>
              <a:t>7/2(</a:t>
            </a:r>
            <a:r>
              <a:rPr lang="ko-KR" altLang="en-US" sz="700" dirty="0">
                <a:latin typeface="+mj-ea"/>
                <a:ea typeface="+mj-ea"/>
              </a:rPr>
              <a:t>목</a:t>
            </a:r>
            <a:r>
              <a:rPr lang="en-US" altLang="ko-KR" sz="700" dirty="0">
                <a:latin typeface="+mj-ea"/>
                <a:ea typeface="+mj-ea"/>
              </a:rPr>
              <a:t>)</a:t>
            </a:r>
            <a:endParaRPr lang="ko-KR" altLang="en-US" sz="700" dirty="0">
              <a:latin typeface="+mj-ea"/>
              <a:ea typeface="+mj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0D5225B-7958-A743-5215-AAA835D168C0}"/>
              </a:ext>
            </a:extLst>
          </p:cNvPr>
          <p:cNvSpPr txBox="1"/>
          <p:nvPr/>
        </p:nvSpPr>
        <p:spPr>
          <a:xfrm>
            <a:off x="4640176" y="1819057"/>
            <a:ext cx="463588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+mj-ea"/>
                <a:ea typeface="+mj-ea"/>
              </a:rPr>
              <a:t>7/3(</a:t>
            </a:r>
            <a:r>
              <a:rPr lang="ko-KR" altLang="en-US" sz="700" dirty="0">
                <a:latin typeface="+mj-ea"/>
                <a:ea typeface="+mj-ea"/>
              </a:rPr>
              <a:t>금</a:t>
            </a:r>
            <a:r>
              <a:rPr lang="en-US" altLang="ko-KR" sz="700" dirty="0">
                <a:latin typeface="+mj-ea"/>
                <a:ea typeface="+mj-ea"/>
              </a:rPr>
              <a:t>)</a:t>
            </a:r>
            <a:endParaRPr lang="ko-KR" altLang="en-US" sz="700" dirty="0">
              <a:latin typeface="+mj-ea"/>
              <a:ea typeface="+mj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43D5144-81B6-C75B-8E31-E903B1E3B70C}"/>
              </a:ext>
            </a:extLst>
          </p:cNvPr>
          <p:cNvSpPr txBox="1"/>
          <p:nvPr/>
        </p:nvSpPr>
        <p:spPr>
          <a:xfrm>
            <a:off x="6346150" y="1164312"/>
            <a:ext cx="1610225" cy="394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>
                <a:latin typeface="+mj-ea"/>
                <a:ea typeface="+mj-ea"/>
              </a:rPr>
              <a:t>초음파 유효성 확인</a:t>
            </a:r>
            <a:endParaRPr lang="en-US" altLang="ko-KR" sz="7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700" dirty="0">
                <a:latin typeface="+mj-ea"/>
                <a:ea typeface="+mj-ea"/>
              </a:rPr>
              <a:t>전수 초음파 선별로 전환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FDDAF7C-BF5A-7912-65D4-8B1E1CD01220}"/>
              </a:ext>
            </a:extLst>
          </p:cNvPr>
          <p:cNvSpPr txBox="1"/>
          <p:nvPr/>
        </p:nvSpPr>
        <p:spPr>
          <a:xfrm>
            <a:off x="4583167" y="1164312"/>
            <a:ext cx="1386918" cy="394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700" dirty="0" err="1">
                <a:latin typeface="+mj-ea"/>
                <a:ea typeface="+mj-ea"/>
              </a:rPr>
              <a:t>소결품</a:t>
            </a:r>
            <a:r>
              <a:rPr lang="en-US" altLang="ko-KR" sz="700" dirty="0">
                <a:latin typeface="+mj-ea"/>
                <a:ea typeface="+mj-ea"/>
              </a:rPr>
              <a:t>1ea </a:t>
            </a:r>
            <a:r>
              <a:rPr lang="ko-KR" altLang="en-US" sz="700" dirty="0">
                <a:latin typeface="+mj-ea"/>
                <a:ea typeface="+mj-ea"/>
              </a:rPr>
              <a:t>추가 발생</a:t>
            </a:r>
            <a:endParaRPr lang="en-US" altLang="ko-KR" sz="7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700" dirty="0">
                <a:latin typeface="+mj-ea"/>
                <a:ea typeface="+mj-ea"/>
              </a:rPr>
              <a:t>(</a:t>
            </a:r>
            <a:r>
              <a:rPr lang="ko-KR" altLang="en-US" sz="700" dirty="0">
                <a:latin typeface="+mj-ea"/>
                <a:ea typeface="+mj-ea"/>
              </a:rPr>
              <a:t>육안 선별 시 유출 가능 확인</a:t>
            </a:r>
            <a:r>
              <a:rPr lang="en-US" altLang="ko-KR" sz="700" dirty="0">
                <a:latin typeface="+mj-ea"/>
                <a:ea typeface="+mj-ea"/>
              </a:rPr>
              <a:t>)</a:t>
            </a:r>
            <a:endParaRPr lang="ko-KR" altLang="en-US" sz="700" dirty="0">
              <a:latin typeface="+mj-ea"/>
              <a:ea typeface="+mj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E49B10-CCEB-28F3-E713-EE0CA343AC3D}"/>
              </a:ext>
            </a:extLst>
          </p:cNvPr>
          <p:cNvSpPr txBox="1"/>
          <p:nvPr/>
        </p:nvSpPr>
        <p:spPr>
          <a:xfrm>
            <a:off x="3482498" y="1159132"/>
            <a:ext cx="998991" cy="394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+mj-ea"/>
                <a:ea typeface="+mj-ea"/>
              </a:rPr>
              <a:t>Issue </a:t>
            </a:r>
            <a:r>
              <a:rPr lang="ko-KR" altLang="en-US" sz="700" dirty="0">
                <a:latin typeface="+mj-ea"/>
                <a:ea typeface="+mj-ea"/>
              </a:rPr>
              <a:t>발생</a:t>
            </a:r>
            <a:endParaRPr lang="en-US" altLang="ko-KR" sz="7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ko-KR" altLang="en-US" sz="700" dirty="0">
                <a:latin typeface="+mj-ea"/>
                <a:ea typeface="+mj-ea"/>
              </a:rPr>
              <a:t>임시 육안 선별 진행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59F51EE-F306-0D86-01A4-44280CBA94F9}"/>
              </a:ext>
            </a:extLst>
          </p:cNvPr>
          <p:cNvSpPr txBox="1"/>
          <p:nvPr/>
        </p:nvSpPr>
        <p:spPr>
          <a:xfrm>
            <a:off x="851156" y="1819057"/>
            <a:ext cx="513282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+mj-ea"/>
                <a:ea typeface="+mj-ea"/>
              </a:rPr>
              <a:t>6/25(</a:t>
            </a:r>
            <a:r>
              <a:rPr lang="ko-KR" altLang="en-US" sz="700" dirty="0">
                <a:latin typeface="+mj-ea"/>
                <a:ea typeface="+mj-ea"/>
              </a:rPr>
              <a:t>목</a:t>
            </a:r>
            <a:r>
              <a:rPr lang="en-US" altLang="ko-KR" sz="700" dirty="0">
                <a:latin typeface="+mj-ea"/>
                <a:ea typeface="+mj-ea"/>
              </a:rPr>
              <a:t>)</a:t>
            </a:r>
            <a:endParaRPr lang="ko-KR" altLang="en-US" sz="700" dirty="0">
              <a:latin typeface="+mj-ea"/>
              <a:ea typeface="+mj-ea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C6A0180-F6AC-FFF6-1B0F-EC1BF5140B59}"/>
              </a:ext>
            </a:extLst>
          </p:cNvPr>
          <p:cNvSpPr txBox="1"/>
          <p:nvPr/>
        </p:nvSpPr>
        <p:spPr>
          <a:xfrm>
            <a:off x="1329647" y="1819057"/>
            <a:ext cx="513282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+mj-ea"/>
                <a:ea typeface="+mj-ea"/>
              </a:rPr>
              <a:t>6/26(</a:t>
            </a:r>
            <a:r>
              <a:rPr lang="ko-KR" altLang="en-US" sz="700" dirty="0">
                <a:latin typeface="+mj-ea"/>
                <a:ea typeface="+mj-ea"/>
              </a:rPr>
              <a:t>금</a:t>
            </a:r>
            <a:r>
              <a:rPr lang="en-US" altLang="ko-KR" sz="700" dirty="0">
                <a:latin typeface="+mj-ea"/>
                <a:ea typeface="+mj-ea"/>
              </a:rPr>
              <a:t>)</a:t>
            </a:r>
            <a:endParaRPr lang="ko-KR" altLang="en-US" sz="700" dirty="0">
              <a:latin typeface="+mj-ea"/>
              <a:ea typeface="+mj-ea"/>
            </a:endParaRPr>
          </a:p>
        </p:txBody>
      </p:sp>
      <p:sp>
        <p:nvSpPr>
          <p:cNvPr id="70" name="왼쪽 중괄호 69">
            <a:extLst>
              <a:ext uri="{FF2B5EF4-FFF2-40B4-BE49-F238E27FC236}">
                <a16:creationId xmlns:a16="http://schemas.microsoft.com/office/drawing/2014/main" id="{9990C4AF-F449-5686-6728-6BA58EA4ADF9}"/>
              </a:ext>
            </a:extLst>
          </p:cNvPr>
          <p:cNvSpPr/>
          <p:nvPr/>
        </p:nvSpPr>
        <p:spPr>
          <a:xfrm rot="5400000">
            <a:off x="980502" y="1190304"/>
            <a:ext cx="299600" cy="998984"/>
          </a:xfrm>
          <a:prstGeom prst="leftBrac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8A95EEB-7DC3-57A3-2A11-116301DAF3AA}"/>
              </a:ext>
            </a:extLst>
          </p:cNvPr>
          <p:cNvSpPr txBox="1"/>
          <p:nvPr/>
        </p:nvSpPr>
        <p:spPr>
          <a:xfrm>
            <a:off x="368625" y="1306918"/>
            <a:ext cx="1467068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 dirty="0">
                <a:latin typeface="+mj-ea"/>
                <a:ea typeface="+mj-ea"/>
              </a:rPr>
              <a:t>TM6027-30 </a:t>
            </a:r>
            <a:r>
              <a:rPr lang="ko-KR" altLang="en-US" sz="700" dirty="0">
                <a:latin typeface="+mj-ea"/>
                <a:ea typeface="+mj-ea"/>
              </a:rPr>
              <a:t>성형 진행 </a:t>
            </a:r>
            <a:r>
              <a:rPr lang="en-US" altLang="ko-KR" sz="700" dirty="0">
                <a:latin typeface="+mj-ea"/>
                <a:ea typeface="+mj-ea"/>
              </a:rPr>
              <a:t>20,990ea</a:t>
            </a:r>
            <a:endParaRPr lang="ko-KR" altLang="en-US" sz="700" dirty="0">
              <a:latin typeface="+mj-ea"/>
              <a:ea typeface="+mj-ea"/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30373B41-84E8-A1B4-7F67-402B8AF74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52" y="2228279"/>
            <a:ext cx="2117674" cy="1314350"/>
          </a:xfrm>
          <a:prstGeom prst="rect">
            <a:avLst/>
          </a:prstGeom>
        </p:spPr>
      </p:pic>
      <p:pic>
        <p:nvPicPr>
          <p:cNvPr id="75" name="그림 74">
            <a:extLst>
              <a:ext uri="{FF2B5EF4-FFF2-40B4-BE49-F238E27FC236}">
                <a16:creationId xmlns:a16="http://schemas.microsoft.com/office/drawing/2014/main" id="{222CA631-31A1-9E57-ED63-FAC8DD4CB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359" y="2223856"/>
            <a:ext cx="1757245" cy="1314346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9BAB0C29-9310-36DC-445C-67A090DC2E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881" y="2222140"/>
            <a:ext cx="1975420" cy="1314344"/>
          </a:xfrm>
          <a:prstGeom prst="rect">
            <a:avLst/>
          </a:prstGeom>
        </p:spPr>
      </p:pic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070966E2-2F7E-C2FE-4DBD-7DD93E68A193}"/>
              </a:ext>
            </a:extLst>
          </p:cNvPr>
          <p:cNvCxnSpPr>
            <a:cxnSpLocks/>
            <a:stCxn id="27" idx="0"/>
            <a:endCxn id="57" idx="2"/>
          </p:cNvCxnSpPr>
          <p:nvPr/>
        </p:nvCxnSpPr>
        <p:spPr>
          <a:xfrm rot="16200000" flipV="1">
            <a:off x="4062269" y="1473518"/>
            <a:ext cx="265265" cy="425814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연결선: 꺾임 81">
            <a:extLst>
              <a:ext uri="{FF2B5EF4-FFF2-40B4-BE49-F238E27FC236}">
                <a16:creationId xmlns:a16="http://schemas.microsoft.com/office/drawing/2014/main" id="{1FDFEB50-1017-E9EE-9212-AA7170973FCB}"/>
              </a:ext>
            </a:extLst>
          </p:cNvPr>
          <p:cNvCxnSpPr>
            <a:cxnSpLocks/>
            <a:stCxn id="37" idx="0"/>
            <a:endCxn id="43" idx="2"/>
          </p:cNvCxnSpPr>
          <p:nvPr/>
        </p:nvCxnSpPr>
        <p:spPr>
          <a:xfrm rot="5400000" flipH="1" flipV="1">
            <a:off x="4944256" y="1486687"/>
            <a:ext cx="260085" cy="404656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10DC756-D2D7-E20D-8621-889E79F6F31D}"/>
              </a:ext>
            </a:extLst>
          </p:cNvPr>
          <p:cNvSpPr txBox="1"/>
          <p:nvPr/>
        </p:nvSpPr>
        <p:spPr>
          <a:xfrm>
            <a:off x="6526555" y="1819057"/>
            <a:ext cx="463588" cy="2330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700">
                <a:latin typeface="+mj-ea"/>
                <a:ea typeface="+mj-ea"/>
              </a:rPr>
              <a:t>7/7(</a:t>
            </a:r>
            <a:r>
              <a:rPr lang="ko-KR" altLang="en-US" sz="700" dirty="0">
                <a:latin typeface="+mj-ea"/>
                <a:ea typeface="+mj-ea"/>
              </a:rPr>
              <a:t>화</a:t>
            </a:r>
            <a:r>
              <a:rPr lang="en-US" altLang="ko-KR" sz="700" dirty="0">
                <a:latin typeface="+mj-ea"/>
                <a:ea typeface="+mj-ea"/>
              </a:rPr>
              <a:t>)</a:t>
            </a:r>
            <a:endParaRPr lang="ko-KR" altLang="en-US" sz="700" dirty="0">
              <a:latin typeface="+mj-ea"/>
              <a:ea typeface="+mj-ea"/>
            </a:endParaRPr>
          </a:p>
        </p:txBody>
      </p:sp>
      <p:cxnSp>
        <p:nvCxnSpPr>
          <p:cNvPr id="86" name="연결선: 꺾임 85">
            <a:extLst>
              <a:ext uri="{FF2B5EF4-FFF2-40B4-BE49-F238E27FC236}">
                <a16:creationId xmlns:a16="http://schemas.microsoft.com/office/drawing/2014/main" id="{8D44A610-9A8E-044E-F9A4-E6BF9C7A60B4}"/>
              </a:ext>
            </a:extLst>
          </p:cNvPr>
          <p:cNvCxnSpPr>
            <a:cxnSpLocks/>
            <a:stCxn id="85" idx="0"/>
            <a:endCxn id="42" idx="2"/>
          </p:cNvCxnSpPr>
          <p:nvPr/>
        </p:nvCxnSpPr>
        <p:spPr>
          <a:xfrm rot="5400000" flipH="1" flipV="1">
            <a:off x="6824764" y="1492558"/>
            <a:ext cx="260085" cy="392914"/>
          </a:xfrm>
          <a:prstGeom prst="bentConnector3">
            <a:avLst>
              <a:gd name="adj1" fmla="val 50000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4" name="그림 93">
            <a:extLst>
              <a:ext uri="{FF2B5EF4-FFF2-40B4-BE49-F238E27FC236}">
                <a16:creationId xmlns:a16="http://schemas.microsoft.com/office/drawing/2014/main" id="{31A3ECDB-B087-A767-16E4-88DD3D41F0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054" y="2220544"/>
            <a:ext cx="1741414" cy="131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096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CCB179C1-D2BD-FF9E-DB73-67C76E5DCF3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252538" y="366565"/>
            <a:ext cx="6847854" cy="329199"/>
          </a:xfrm>
        </p:spPr>
        <p:txBody>
          <a:bodyPr vert="horz" lIns="0" tIns="0" rIns="0" bIns="0" rtlCol="0">
            <a:noAutofit/>
          </a:bodyPr>
          <a:lstStyle/>
          <a:p>
            <a:pPr defTabSz="914400"/>
            <a:r>
              <a:rPr lang="en-US" altLang="ko-KR" sz="1800" dirty="0">
                <a:latin typeface="+mn-lt"/>
              </a:rPr>
              <a:t>TM6027 TMED-2 Rear Plate Boss</a:t>
            </a:r>
            <a:r>
              <a:rPr lang="ko-KR" altLang="en-US" sz="1800" dirty="0">
                <a:latin typeface="+mn-lt"/>
              </a:rPr>
              <a:t>부 </a:t>
            </a:r>
            <a:r>
              <a:rPr lang="en-US" altLang="ko-KR" sz="1800" dirty="0">
                <a:latin typeface="+mn-lt"/>
              </a:rPr>
              <a:t>Crack </a:t>
            </a:r>
            <a:r>
              <a:rPr lang="ko-KR" altLang="en-US" sz="1800" dirty="0">
                <a:latin typeface="+mn-lt"/>
              </a:rPr>
              <a:t>개선대책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410D244F-CF2E-174B-3F31-7A819B986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04" y="4803998"/>
            <a:ext cx="792088" cy="274637"/>
          </a:xfrm>
        </p:spPr>
        <p:txBody>
          <a:bodyPr/>
          <a:lstStyle/>
          <a:p>
            <a:r>
              <a:rPr lang="en-US" altLang="zh-CN"/>
              <a:t>Page </a:t>
            </a:r>
            <a:fld id="{F8BBB196-3CE5-4D52-AAD5-A832984A2C7D}" type="slidenum">
              <a:rPr lang="zh-CN" altLang="en-US" smtClean="0"/>
              <a:pPr/>
              <a:t>3</a:t>
            </a:fld>
            <a:endParaRPr lang="zh-CN" altLang="en-US"/>
          </a:p>
        </p:txBody>
      </p:sp>
      <p:sp>
        <p:nvSpPr>
          <p:cNvPr id="53" name="Footer Placeholder 3">
            <a:extLst>
              <a:ext uri="{FF2B5EF4-FFF2-40B4-BE49-F238E27FC236}">
                <a16:creationId xmlns:a16="http://schemas.microsoft.com/office/drawing/2014/main" id="{8E6267B0-75B7-8932-8632-D93720EF78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818589"/>
            <a:ext cx="2895600" cy="274637"/>
          </a:xfrm>
        </p:spPr>
        <p:txBody>
          <a:bodyPr/>
          <a:lstStyle/>
          <a:p>
            <a:r>
              <a:rPr lang="en-US" altLang="zh-CN" dirty="0">
                <a:ea typeface="Arial Unicode MS" pitchFamily="34" charset="-122"/>
                <a:cs typeface="Arial" pitchFamily="34" charset="0"/>
              </a:rPr>
              <a:t>Confidential</a:t>
            </a:r>
            <a:endParaRPr lang="zh-CN" altLang="en-US" dirty="0">
              <a:ea typeface="Arial Unicode MS" pitchFamily="34" charset="-122"/>
              <a:cs typeface="Arial" pitchFamily="34" charset="0"/>
            </a:endParaRPr>
          </a:p>
        </p:txBody>
      </p:sp>
      <p:sp>
        <p:nvSpPr>
          <p:cNvPr id="9" name="Rectangle 37">
            <a:extLst>
              <a:ext uri="{FF2B5EF4-FFF2-40B4-BE49-F238E27FC236}">
                <a16:creationId xmlns:a16="http://schemas.microsoft.com/office/drawing/2014/main" id="{C944869F-6584-70C5-4EC8-2C2EE74FB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309" y="760342"/>
            <a:ext cx="4980951" cy="293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유첨 </a:t>
            </a:r>
            <a:r>
              <a:rPr lang="en-US" altLang="ko-KR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#2 – </a:t>
            </a:r>
            <a:r>
              <a:rPr lang="ko-KR" altLang="en-US" sz="1000" b="1" kern="0" dirty="0" err="1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고품</a:t>
            </a:r>
            <a:r>
              <a:rPr lang="ko-KR" altLang="en-US" sz="1000" b="1" kern="0" dirty="0">
                <a:ln>
                  <a:solidFill>
                    <a:schemeClr val="bg1">
                      <a:lumMod val="75000"/>
                      <a:alpha val="200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lang="en-US" altLang="ko-KR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B6E228-CB0E-2263-180D-EFD83EF95057}"/>
              </a:ext>
            </a:extLst>
          </p:cNvPr>
          <p:cNvSpPr txBox="1"/>
          <p:nvPr/>
        </p:nvSpPr>
        <p:spPr>
          <a:xfrm>
            <a:off x="395536" y="3482027"/>
            <a:ext cx="3440365" cy="622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00" dirty="0">
                <a:latin typeface="+mj-ea"/>
                <a:ea typeface="+mj-ea"/>
              </a:rPr>
              <a:t>-</a:t>
            </a:r>
            <a:r>
              <a:rPr lang="ko-KR" altLang="en-US" sz="800" dirty="0">
                <a:latin typeface="+mj-ea"/>
                <a:ea typeface="+mj-ea"/>
              </a:rPr>
              <a:t> 가유에서 전구간 </a:t>
            </a:r>
            <a:r>
              <a:rPr lang="en-US" altLang="ko-KR" sz="800" dirty="0">
                <a:latin typeface="+mj-ea"/>
                <a:ea typeface="+mj-ea"/>
              </a:rPr>
              <a:t>Crack 3ea,</a:t>
            </a:r>
            <a:r>
              <a:rPr lang="ko-KR" altLang="en-US" sz="800" dirty="0">
                <a:latin typeface="+mj-ea"/>
                <a:ea typeface="+mj-ea"/>
              </a:rPr>
              <a:t> 사내 재고 선별 시 </a:t>
            </a:r>
            <a:r>
              <a:rPr lang="en-US" altLang="ko-KR" sz="800" dirty="0">
                <a:latin typeface="+mj-ea"/>
                <a:ea typeface="+mj-ea"/>
              </a:rPr>
              <a:t>120</a:t>
            </a:r>
            <a:r>
              <a:rPr lang="ko-KR" altLang="en-US" sz="800" dirty="0">
                <a:latin typeface="+mj-ea"/>
                <a:ea typeface="+mj-ea"/>
              </a:rPr>
              <a:t>도 </a:t>
            </a:r>
            <a:r>
              <a:rPr lang="en-US" altLang="ko-KR" sz="800" dirty="0">
                <a:latin typeface="+mj-ea"/>
                <a:ea typeface="+mj-ea"/>
              </a:rPr>
              <a:t>Crack 1ea</a:t>
            </a:r>
            <a:r>
              <a:rPr lang="ko-KR" altLang="en-US" sz="800" dirty="0">
                <a:latin typeface="+mj-ea"/>
                <a:ea typeface="+mj-ea"/>
              </a:rPr>
              <a:t> 발생</a:t>
            </a:r>
            <a:endParaRPr lang="en-US" altLang="ko-KR" sz="8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j-ea"/>
                <a:ea typeface="+mj-ea"/>
              </a:rPr>
              <a:t>- 2.2</a:t>
            </a:r>
            <a:r>
              <a:rPr lang="ko-KR" altLang="en-US" sz="800" dirty="0">
                <a:latin typeface="+mj-ea"/>
                <a:ea typeface="+mj-ea"/>
              </a:rPr>
              <a:t> </a:t>
            </a:r>
            <a:r>
              <a:rPr lang="en-US" altLang="ko-KR" sz="800" dirty="0">
                <a:latin typeface="+mj-ea"/>
                <a:ea typeface="+mj-ea"/>
              </a:rPr>
              <a:t>Platen, Core </a:t>
            </a:r>
            <a:r>
              <a:rPr lang="ko-KR" altLang="en-US" sz="800" dirty="0">
                <a:latin typeface="+mj-ea"/>
                <a:ea typeface="+mj-ea"/>
              </a:rPr>
              <a:t>조건에 따른 </a:t>
            </a:r>
            <a:r>
              <a:rPr lang="ko-KR" altLang="en-US" sz="800" dirty="0" err="1">
                <a:latin typeface="+mj-ea"/>
                <a:ea typeface="+mj-ea"/>
              </a:rPr>
              <a:t>영향성</a:t>
            </a:r>
            <a:r>
              <a:rPr lang="ko-KR" altLang="en-US" sz="800" dirty="0">
                <a:latin typeface="+mj-ea"/>
                <a:ea typeface="+mj-ea"/>
              </a:rPr>
              <a:t> 확인 </a:t>
            </a:r>
            <a:r>
              <a:rPr lang="en-US" altLang="ko-KR" sz="800" dirty="0">
                <a:latin typeface="+mj-ea"/>
                <a:ea typeface="+mj-ea"/>
              </a:rPr>
              <a:t>(</a:t>
            </a:r>
            <a:r>
              <a:rPr lang="ko-KR" altLang="en-US" sz="800" dirty="0">
                <a:latin typeface="+mj-ea"/>
                <a:ea typeface="+mj-ea"/>
              </a:rPr>
              <a:t>과거 </a:t>
            </a:r>
            <a:r>
              <a:rPr lang="en-US" altLang="ko-KR" sz="800" dirty="0">
                <a:latin typeface="+mj-ea"/>
                <a:ea typeface="+mj-ea"/>
              </a:rPr>
              <a:t>Test </a:t>
            </a:r>
            <a:r>
              <a:rPr lang="ko-KR" altLang="en-US" sz="800" dirty="0">
                <a:latin typeface="+mj-ea"/>
                <a:ea typeface="+mj-ea"/>
              </a:rPr>
              <a:t>시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800" dirty="0">
                <a:latin typeface="+mj-ea"/>
                <a:ea typeface="+mj-ea"/>
              </a:rPr>
              <a:t> </a:t>
            </a:r>
            <a:r>
              <a:rPr lang="ko-KR" altLang="en-US" sz="800" dirty="0">
                <a:latin typeface="+mj-ea"/>
                <a:ea typeface="+mj-ea"/>
              </a:rPr>
              <a:t>→ 차기 </a:t>
            </a:r>
            <a:r>
              <a:rPr lang="en-US" altLang="ko-KR" sz="800" dirty="0">
                <a:latin typeface="+mj-ea"/>
                <a:ea typeface="+mj-ea"/>
              </a:rPr>
              <a:t>Lot Test </a:t>
            </a:r>
            <a:r>
              <a:rPr lang="ko-KR" altLang="en-US" sz="800" dirty="0">
                <a:latin typeface="+mj-ea"/>
                <a:ea typeface="+mj-ea"/>
              </a:rPr>
              <a:t>예정 </a:t>
            </a:r>
            <a:r>
              <a:rPr lang="en-US" altLang="ko-KR" sz="800" dirty="0">
                <a:latin typeface="+mj-ea"/>
                <a:ea typeface="+mj-ea"/>
              </a:rPr>
              <a:t>(7</a:t>
            </a:r>
            <a:r>
              <a:rPr lang="ko-KR" altLang="en-US" sz="800" dirty="0">
                <a:latin typeface="+mj-ea"/>
                <a:ea typeface="+mj-ea"/>
              </a:rPr>
              <a:t>월 </a:t>
            </a:r>
            <a:r>
              <a:rPr lang="en-US" altLang="ko-KR" sz="800" dirty="0">
                <a:latin typeface="+mj-ea"/>
                <a:ea typeface="+mj-ea"/>
              </a:rPr>
              <a:t>4</a:t>
            </a:r>
            <a:r>
              <a:rPr lang="ko-KR" altLang="en-US" sz="800" dirty="0">
                <a:latin typeface="+mj-ea"/>
                <a:ea typeface="+mj-ea"/>
              </a:rPr>
              <a:t>주차</a:t>
            </a:r>
            <a:r>
              <a:rPr lang="en-US" altLang="ko-KR" sz="800" dirty="0">
                <a:latin typeface="+mj-ea"/>
                <a:ea typeface="+mj-ea"/>
              </a:rPr>
              <a:t>)</a:t>
            </a:r>
            <a:endParaRPr lang="ko-KR" altLang="en-US" sz="800" dirty="0">
              <a:latin typeface="+mj-ea"/>
              <a:ea typeface="+mj-ea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B1388ED-B053-DEA9-645C-0CDAD64F84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724"/>
          <a:stretch>
            <a:fillRect/>
          </a:stretch>
        </p:blipFill>
        <p:spPr>
          <a:xfrm>
            <a:off x="503548" y="1207525"/>
            <a:ext cx="3115740" cy="219761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1C07BA2-EF9F-7222-8DDB-2C7DAED835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791"/>
          <a:stretch>
            <a:fillRect/>
          </a:stretch>
        </p:blipFill>
        <p:spPr>
          <a:xfrm rot="5400000">
            <a:off x="4416015" y="527505"/>
            <a:ext cx="1100435" cy="245722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F44243B-B6A4-367F-A5AA-65A860968570}"/>
              </a:ext>
            </a:extLst>
          </p:cNvPr>
          <p:cNvSpPr/>
          <p:nvPr/>
        </p:nvSpPr>
        <p:spPr>
          <a:xfrm>
            <a:off x="4645148" y="2500795"/>
            <a:ext cx="172278" cy="4002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0A9763-3E11-5A15-8587-50518E7B81D0}"/>
              </a:ext>
            </a:extLst>
          </p:cNvPr>
          <p:cNvSpPr/>
          <p:nvPr/>
        </p:nvSpPr>
        <p:spPr>
          <a:xfrm>
            <a:off x="3761529" y="2500795"/>
            <a:ext cx="946736" cy="1928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EF10624-86EA-C6DB-93B8-9475C228F621}"/>
              </a:ext>
            </a:extLst>
          </p:cNvPr>
          <p:cNvSpPr/>
          <p:nvPr/>
        </p:nvSpPr>
        <p:spPr>
          <a:xfrm>
            <a:off x="3761529" y="2500795"/>
            <a:ext cx="189347" cy="4002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B162A9-56AB-C66F-28F6-AB7F3E4B3DD9}"/>
              </a:ext>
            </a:extLst>
          </p:cNvPr>
          <p:cNvSpPr/>
          <p:nvPr/>
        </p:nvSpPr>
        <p:spPr>
          <a:xfrm>
            <a:off x="5987111" y="2500795"/>
            <a:ext cx="189347" cy="4002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5EF55D-0CC9-A2AC-DA0A-E2E18112BF89}"/>
              </a:ext>
            </a:extLst>
          </p:cNvPr>
          <p:cNvSpPr/>
          <p:nvPr/>
        </p:nvSpPr>
        <p:spPr>
          <a:xfrm>
            <a:off x="5120560" y="2500795"/>
            <a:ext cx="946736" cy="1928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2F354DF-F1AA-A1E8-F09F-92699658A0F3}"/>
              </a:ext>
            </a:extLst>
          </p:cNvPr>
          <p:cNvSpPr/>
          <p:nvPr/>
        </p:nvSpPr>
        <p:spPr>
          <a:xfrm>
            <a:off x="5120560" y="2500795"/>
            <a:ext cx="170303" cy="4002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DE860D9-E00D-B419-8057-70BA34F418C8}"/>
              </a:ext>
            </a:extLst>
          </p:cNvPr>
          <p:cNvCxnSpPr/>
          <p:nvPr/>
        </p:nvCxnSpPr>
        <p:spPr>
          <a:xfrm flipV="1">
            <a:off x="5593928" y="1563638"/>
            <a:ext cx="0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4F8F92D-A6B1-AEBC-E788-BCF9150FD5F5}"/>
              </a:ext>
            </a:extLst>
          </p:cNvPr>
          <p:cNvCxnSpPr/>
          <p:nvPr/>
        </p:nvCxnSpPr>
        <p:spPr>
          <a:xfrm flipV="1">
            <a:off x="5314629" y="1535718"/>
            <a:ext cx="0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B666C4A-7E42-AD0C-EC8F-007D030DB796}"/>
              </a:ext>
            </a:extLst>
          </p:cNvPr>
          <p:cNvCxnSpPr/>
          <p:nvPr/>
        </p:nvCxnSpPr>
        <p:spPr>
          <a:xfrm flipV="1">
            <a:off x="5076056" y="1521758"/>
            <a:ext cx="0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B0160B4-B79F-E29A-B3CC-93460A007737}"/>
              </a:ext>
            </a:extLst>
          </p:cNvPr>
          <p:cNvCxnSpPr/>
          <p:nvPr/>
        </p:nvCxnSpPr>
        <p:spPr>
          <a:xfrm flipV="1">
            <a:off x="4817426" y="1526254"/>
            <a:ext cx="0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3E2215D7-472A-AC0F-F903-3590DAF7EAFA}"/>
              </a:ext>
            </a:extLst>
          </p:cNvPr>
          <p:cNvCxnSpPr/>
          <p:nvPr/>
        </p:nvCxnSpPr>
        <p:spPr>
          <a:xfrm flipV="1">
            <a:off x="4573121" y="1579213"/>
            <a:ext cx="0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21FFB83-4811-833E-0E57-D3B65456988B}"/>
              </a:ext>
            </a:extLst>
          </p:cNvPr>
          <p:cNvCxnSpPr/>
          <p:nvPr/>
        </p:nvCxnSpPr>
        <p:spPr>
          <a:xfrm flipV="1">
            <a:off x="4306029" y="1648461"/>
            <a:ext cx="0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4E6B94E-055D-D8A6-B7D5-9F178C45E9B5}"/>
              </a:ext>
            </a:extLst>
          </p:cNvPr>
          <p:cNvCxnSpPr/>
          <p:nvPr/>
        </p:nvCxnSpPr>
        <p:spPr>
          <a:xfrm flipV="1">
            <a:off x="4067944" y="1710728"/>
            <a:ext cx="0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C13F349C-79DB-726F-911F-33FB9BFA0D69}"/>
              </a:ext>
            </a:extLst>
          </p:cNvPr>
          <p:cNvSpPr/>
          <p:nvPr/>
        </p:nvSpPr>
        <p:spPr>
          <a:xfrm>
            <a:off x="4648782" y="2701319"/>
            <a:ext cx="153563" cy="13960"/>
          </a:xfrm>
          <a:custGeom>
            <a:avLst/>
            <a:gdLst>
              <a:gd name="csX0" fmla="*/ 153563 w 153563"/>
              <a:gd name="csY0" fmla="*/ 0 h 13960"/>
              <a:gd name="csX1" fmla="*/ 83761 w 153563"/>
              <a:gd name="csY1" fmla="*/ 6980 h 13960"/>
              <a:gd name="csX2" fmla="*/ 48861 w 153563"/>
              <a:gd name="csY2" fmla="*/ 13960 h 13960"/>
              <a:gd name="csX3" fmla="*/ 0 w 153563"/>
              <a:gd name="csY3" fmla="*/ 0 h 139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3563" h="13960">
                <a:moveTo>
                  <a:pt x="153563" y="0"/>
                </a:moveTo>
                <a:cubicBezTo>
                  <a:pt x="130296" y="2327"/>
                  <a:pt x="106939" y="3890"/>
                  <a:pt x="83761" y="6980"/>
                </a:cubicBezTo>
                <a:cubicBezTo>
                  <a:pt x="72001" y="8548"/>
                  <a:pt x="60725" y="13960"/>
                  <a:pt x="48861" y="13960"/>
                </a:cubicBezTo>
                <a:cubicBezTo>
                  <a:pt x="24859" y="13960"/>
                  <a:pt x="17555" y="8778"/>
                  <a:pt x="0" y="0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4B529FCD-1A78-854E-81B2-4ED67F3037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299" b="34749"/>
          <a:stretch>
            <a:fillRect/>
          </a:stretch>
        </p:blipFill>
        <p:spPr>
          <a:xfrm>
            <a:off x="6250237" y="1210072"/>
            <a:ext cx="2796142" cy="1691010"/>
          </a:xfrm>
          <a:prstGeom prst="rect">
            <a:avLst/>
          </a:prstGeom>
        </p:spPr>
      </p:pic>
      <p:sp>
        <p:nvSpPr>
          <p:cNvPr id="33" name="직사각형 32">
            <a:extLst>
              <a:ext uri="{FF2B5EF4-FFF2-40B4-BE49-F238E27FC236}">
                <a16:creationId xmlns:a16="http://schemas.microsoft.com/office/drawing/2014/main" id="{B0031694-6341-AC9F-656B-280CF6B25F9A}"/>
              </a:ext>
            </a:extLst>
          </p:cNvPr>
          <p:cNvSpPr/>
          <p:nvPr/>
        </p:nvSpPr>
        <p:spPr>
          <a:xfrm>
            <a:off x="4644010" y="2943046"/>
            <a:ext cx="172278" cy="459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5CB70B9-9CF4-FC59-636B-4697D9CC890C}"/>
              </a:ext>
            </a:extLst>
          </p:cNvPr>
          <p:cNvSpPr/>
          <p:nvPr/>
        </p:nvSpPr>
        <p:spPr>
          <a:xfrm>
            <a:off x="3981804" y="2721644"/>
            <a:ext cx="630423" cy="673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8C6E10D-21C2-0161-7775-5253DD2B6170}"/>
              </a:ext>
            </a:extLst>
          </p:cNvPr>
          <p:cNvSpPr/>
          <p:nvPr/>
        </p:nvSpPr>
        <p:spPr>
          <a:xfrm>
            <a:off x="3769516" y="2928513"/>
            <a:ext cx="189348" cy="476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1E00AE3-9E00-0313-83A8-B13992DA281C}"/>
              </a:ext>
            </a:extLst>
          </p:cNvPr>
          <p:cNvSpPr/>
          <p:nvPr/>
        </p:nvSpPr>
        <p:spPr>
          <a:xfrm>
            <a:off x="4858997" y="2514106"/>
            <a:ext cx="246482" cy="88856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3ADDD7F-6E3C-2C45-C6CE-E80E31297640}"/>
              </a:ext>
            </a:extLst>
          </p:cNvPr>
          <p:cNvSpPr/>
          <p:nvPr/>
        </p:nvSpPr>
        <p:spPr>
          <a:xfrm>
            <a:off x="5131525" y="2948874"/>
            <a:ext cx="172278" cy="459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D5C2788-71EE-A514-5F2D-1AE27663760B}"/>
              </a:ext>
            </a:extLst>
          </p:cNvPr>
          <p:cNvSpPr/>
          <p:nvPr/>
        </p:nvSpPr>
        <p:spPr>
          <a:xfrm>
            <a:off x="5329849" y="2729254"/>
            <a:ext cx="625479" cy="6734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80F5E66-0079-9A31-4263-5E003218D6BD}"/>
              </a:ext>
            </a:extLst>
          </p:cNvPr>
          <p:cNvSpPr/>
          <p:nvPr/>
        </p:nvSpPr>
        <p:spPr>
          <a:xfrm>
            <a:off x="5996224" y="2928513"/>
            <a:ext cx="189348" cy="4766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F122F6-ABA4-5E45-CB30-048582AE625D}"/>
              </a:ext>
            </a:extLst>
          </p:cNvPr>
          <p:cNvSpPr txBox="1"/>
          <p:nvPr/>
        </p:nvSpPr>
        <p:spPr>
          <a:xfrm>
            <a:off x="4776193" y="2998044"/>
            <a:ext cx="3818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Core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CFE065-A15B-2F95-1A83-D59E31324293}"/>
              </a:ext>
            </a:extLst>
          </p:cNvPr>
          <p:cNvSpPr txBox="1"/>
          <p:nvPr/>
        </p:nvSpPr>
        <p:spPr>
          <a:xfrm>
            <a:off x="5054260" y="3150444"/>
            <a:ext cx="3145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2.2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7100A1-835D-4B90-3501-6025B60F012B}"/>
              </a:ext>
            </a:extLst>
          </p:cNvPr>
          <p:cNvSpPr txBox="1"/>
          <p:nvPr/>
        </p:nvSpPr>
        <p:spPr>
          <a:xfrm>
            <a:off x="5508616" y="3165302"/>
            <a:ext cx="3145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2.3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F5D28F-1954-2002-BD3B-EF2DC2697493}"/>
              </a:ext>
            </a:extLst>
          </p:cNvPr>
          <p:cNvSpPr txBox="1"/>
          <p:nvPr/>
        </p:nvSpPr>
        <p:spPr>
          <a:xfrm>
            <a:off x="5933643" y="3195361"/>
            <a:ext cx="31451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chemeClr val="bg1"/>
                </a:solidFill>
              </a:rPr>
              <a:t>2.4</a:t>
            </a:r>
          </a:p>
        </p:txBody>
      </p:sp>
    </p:spTree>
    <p:extLst>
      <p:ext uri="{BB962C8B-B14F-4D97-AF65-F5344CB8AC3E}">
        <p14:creationId xmlns:p14="http://schemas.microsoft.com/office/powerpoint/2010/main" val="3893879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40990</TotalTime>
  <Words>541</Words>
  <Application>Microsoft Office PowerPoint</Application>
  <PresentationFormat>화면 슬라이드 쇼(16:9)</PresentationFormat>
  <Paragraphs>133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Arial Unicode MS</vt:lpstr>
      <vt:lpstr>맑은 고딕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jisun</dc:creator>
  <cp:lastModifiedBy>Yonghyun Sung</cp:lastModifiedBy>
  <cp:revision>2502</cp:revision>
  <cp:lastPrinted>2026-03-26T05:32:15Z</cp:lastPrinted>
  <dcterms:created xsi:type="dcterms:W3CDTF">2013-11-06T01:35:41Z</dcterms:created>
  <dcterms:modified xsi:type="dcterms:W3CDTF">2026-07-09T06:03:40Z</dcterms:modified>
</cp:coreProperties>
</file>